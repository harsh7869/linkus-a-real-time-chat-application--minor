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2"/>
  </p:sldMasterIdLst>
  <p:notesMasterIdLst>
    <p:notesMasterId r:id="rId27"/>
  </p:notesMasterIdLst>
  <p:sldIdLst>
    <p:sldId id="311" r:id="rId3"/>
    <p:sldId id="299" r:id="rId4"/>
    <p:sldId id="326" r:id="rId5"/>
    <p:sldId id="328" r:id="rId6"/>
    <p:sldId id="330" r:id="rId7"/>
    <p:sldId id="348" r:id="rId8"/>
    <p:sldId id="331" r:id="rId9"/>
    <p:sldId id="332" r:id="rId10"/>
    <p:sldId id="349" r:id="rId11"/>
    <p:sldId id="351" r:id="rId12"/>
    <p:sldId id="333" r:id="rId13"/>
    <p:sldId id="334" r:id="rId14"/>
    <p:sldId id="335" r:id="rId15"/>
    <p:sldId id="342" r:id="rId16"/>
    <p:sldId id="343" r:id="rId17"/>
    <p:sldId id="359" r:id="rId18"/>
    <p:sldId id="355" r:id="rId19"/>
    <p:sldId id="358" r:id="rId20"/>
    <p:sldId id="345" r:id="rId21"/>
    <p:sldId id="339" r:id="rId22"/>
    <p:sldId id="340" r:id="rId23"/>
    <p:sldId id="341" r:id="rId24"/>
    <p:sldId id="313" r:id="rId25"/>
    <p:sldId id="312"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0" clrIdx="1"/>
  <p:cmAuthor id="2" name="Razvan Atim" initials="RA" lastIdx="0" clrIdx="2">
    <p:extLst>
      <p:ext uri="{19B8F6BF-5375-455C-9EA6-DF929625EA0E}">
        <p15:presenceInfo xmlns:p15="http://schemas.microsoft.com/office/powerpoint/2012/main" userId="959e92c93256f37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97"/>
    <a:srgbClr val="291BDD"/>
    <a:srgbClr val="418AB3"/>
    <a:srgbClr val="734F29"/>
    <a:srgbClr val="D24726"/>
    <a:srgbClr val="FF00FF"/>
    <a:srgbClr val="D2B4A6"/>
    <a:srgbClr val="DD462F"/>
    <a:srgbClr val="AEB785"/>
    <a:srgbClr val="EFD5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437" autoAdjust="0"/>
    <p:restoredTop sz="91111" autoAdjust="0"/>
  </p:normalViewPr>
  <p:slideViewPr>
    <p:cSldViewPr snapToGrid="0">
      <p:cViewPr varScale="1">
        <p:scale>
          <a:sx n="75" d="100"/>
          <a:sy n="75" d="100"/>
        </p:scale>
        <p:origin x="494" y="48"/>
      </p:cViewPr>
      <p:guideLst>
        <p:guide orient="horz" pos="2160"/>
        <p:guide pos="3840"/>
      </p:guideLst>
    </p:cSldViewPr>
  </p:slideViewPr>
  <p:outlineViewPr>
    <p:cViewPr>
      <p:scale>
        <a:sx n="33" d="100"/>
        <a:sy n="33" d="100"/>
      </p:scale>
      <p:origin x="0" y="-4866"/>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microsoft.com/office/2016/11/relationships/changesInfo" Target="changesInfos/changesInfo1.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LENDRA GUPTA" userId="f8956aabb940882e" providerId="LiveId" clId="{C37A6FEC-7413-4032-8238-8397FE20619A}"/>
    <pc:docChg chg="undo custSel modSld">
      <pc:chgData name="MILENDRA GUPTA" userId="f8956aabb940882e" providerId="LiveId" clId="{C37A6FEC-7413-4032-8238-8397FE20619A}" dt="2023-11-04T05:43:05.110" v="5" actId="20577"/>
      <pc:docMkLst>
        <pc:docMk/>
      </pc:docMkLst>
      <pc:sldChg chg="modSp mod">
        <pc:chgData name="MILENDRA GUPTA" userId="f8956aabb940882e" providerId="LiveId" clId="{C37A6FEC-7413-4032-8238-8397FE20619A}" dt="2023-11-04T05:42:24.077" v="3" actId="20577"/>
        <pc:sldMkLst>
          <pc:docMk/>
          <pc:sldMk cId="0" sldId="331"/>
        </pc:sldMkLst>
        <pc:spChg chg="mod">
          <ac:chgData name="MILENDRA GUPTA" userId="f8956aabb940882e" providerId="LiveId" clId="{C37A6FEC-7413-4032-8238-8397FE20619A}" dt="2023-11-04T05:42:24.077" v="3" actId="20577"/>
          <ac:spMkLst>
            <pc:docMk/>
            <pc:sldMk cId="0" sldId="331"/>
            <ac:spMk id="3" creationId="{00000000-0000-0000-0000-000000000000}"/>
          </ac:spMkLst>
        </pc:spChg>
      </pc:sldChg>
      <pc:sldChg chg="modSp mod">
        <pc:chgData name="MILENDRA GUPTA" userId="f8956aabb940882e" providerId="LiveId" clId="{C37A6FEC-7413-4032-8238-8397FE20619A}" dt="2023-11-04T05:42:38.840" v="4" actId="20577"/>
        <pc:sldMkLst>
          <pc:docMk/>
          <pc:sldMk cId="0" sldId="334"/>
        </pc:sldMkLst>
        <pc:spChg chg="mod">
          <ac:chgData name="MILENDRA GUPTA" userId="f8956aabb940882e" providerId="LiveId" clId="{C37A6FEC-7413-4032-8238-8397FE20619A}" dt="2023-11-04T05:42:38.840" v="4" actId="20577"/>
          <ac:spMkLst>
            <pc:docMk/>
            <pc:sldMk cId="0" sldId="334"/>
            <ac:spMk id="10" creationId="{36CC5EA8-D220-A6FD-8DAB-DFDF7BCEE40A}"/>
          </ac:spMkLst>
        </pc:spChg>
      </pc:sldChg>
      <pc:sldChg chg="modSp mod">
        <pc:chgData name="MILENDRA GUPTA" userId="f8956aabb940882e" providerId="LiveId" clId="{C37A6FEC-7413-4032-8238-8397FE20619A}" dt="2023-11-04T05:43:05.110" v="5" actId="20577"/>
        <pc:sldMkLst>
          <pc:docMk/>
          <pc:sldMk cId="0" sldId="339"/>
        </pc:sldMkLst>
        <pc:spChg chg="mod">
          <ac:chgData name="MILENDRA GUPTA" userId="f8956aabb940882e" providerId="LiveId" clId="{C37A6FEC-7413-4032-8238-8397FE20619A}" dt="2023-11-04T05:43:05.110" v="5" actId="20577"/>
          <ac:spMkLst>
            <pc:docMk/>
            <pc:sldMk cId="0" sldId="339"/>
            <ac:spMk id="3"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F189E3-19A9-4781-B7F2-133750789AEF}" type="doc">
      <dgm:prSet loTypeId="urn:microsoft.com/office/officeart/2005/8/layout/default" loCatId="list" qsTypeId="urn:microsoft.com/office/officeart/2005/8/quickstyle/simple2" qsCatId="simple" csTypeId="urn:microsoft.com/office/officeart/2005/8/colors/accent1_2" csCatId="accent1" phldr="1"/>
      <dgm:spPr/>
      <dgm:t>
        <a:bodyPr/>
        <a:lstStyle/>
        <a:p>
          <a:endParaRPr lang="en-US"/>
        </a:p>
      </dgm:t>
    </dgm:pt>
    <dgm:pt modelId="{C69E2EDB-0C94-4A00-B5CD-EF7EF0C86116}">
      <dgm:prSet/>
      <dgm:spPr/>
      <dgm:t>
        <a:bodyPr/>
        <a:lstStyle/>
        <a:p>
          <a:r>
            <a:rPr lang="en-IN"/>
            <a:t>Instant Messaging </a:t>
          </a:r>
          <a:endParaRPr lang="en-US"/>
        </a:p>
      </dgm:t>
    </dgm:pt>
    <dgm:pt modelId="{B9160759-114A-4C46-927D-984F8F18B727}" type="parTrans" cxnId="{B5212178-A48E-482C-BEF2-D08F594BAEF5}">
      <dgm:prSet/>
      <dgm:spPr/>
      <dgm:t>
        <a:bodyPr/>
        <a:lstStyle/>
        <a:p>
          <a:endParaRPr lang="en-US"/>
        </a:p>
      </dgm:t>
    </dgm:pt>
    <dgm:pt modelId="{82DEC160-165E-404E-A6FF-3232232D3677}" type="sibTrans" cxnId="{B5212178-A48E-482C-BEF2-D08F594BAEF5}">
      <dgm:prSet/>
      <dgm:spPr/>
      <dgm:t>
        <a:bodyPr/>
        <a:lstStyle/>
        <a:p>
          <a:endParaRPr lang="en-US"/>
        </a:p>
      </dgm:t>
    </dgm:pt>
    <dgm:pt modelId="{8975E47B-A637-4F01-9E04-EB8983EAC67F}">
      <dgm:prSet/>
      <dgm:spPr/>
      <dgm:t>
        <a:bodyPr/>
        <a:lstStyle/>
        <a:p>
          <a:r>
            <a:rPr lang="en-IN"/>
            <a:t>User-Friendly Interface</a:t>
          </a:r>
          <a:endParaRPr lang="en-US"/>
        </a:p>
      </dgm:t>
    </dgm:pt>
    <dgm:pt modelId="{65E993CB-84DE-4270-A57B-C9D9E86FEC4C}" type="parTrans" cxnId="{06D9AEA3-E5F9-442B-962F-21F7E10DC6C2}">
      <dgm:prSet/>
      <dgm:spPr/>
      <dgm:t>
        <a:bodyPr/>
        <a:lstStyle/>
        <a:p>
          <a:endParaRPr lang="en-US"/>
        </a:p>
      </dgm:t>
    </dgm:pt>
    <dgm:pt modelId="{0BB2DF6A-FA54-4455-8BA3-3BAA9ABD53D6}" type="sibTrans" cxnId="{06D9AEA3-E5F9-442B-962F-21F7E10DC6C2}">
      <dgm:prSet/>
      <dgm:spPr/>
      <dgm:t>
        <a:bodyPr/>
        <a:lstStyle/>
        <a:p>
          <a:endParaRPr lang="en-US"/>
        </a:p>
      </dgm:t>
    </dgm:pt>
    <dgm:pt modelId="{B6B73E7A-D314-4DE3-927B-51AB71790DCF}">
      <dgm:prSet/>
      <dgm:spPr/>
      <dgm:t>
        <a:bodyPr/>
        <a:lstStyle/>
        <a:p>
          <a:r>
            <a:rPr lang="en-IN"/>
            <a:t>Group Chats</a:t>
          </a:r>
          <a:endParaRPr lang="en-US"/>
        </a:p>
      </dgm:t>
    </dgm:pt>
    <dgm:pt modelId="{CE28F720-BEB2-4E40-A01D-8EC727B0984C}" type="parTrans" cxnId="{9FFDBBD6-04AC-41BD-8406-53895AD73B35}">
      <dgm:prSet/>
      <dgm:spPr/>
      <dgm:t>
        <a:bodyPr/>
        <a:lstStyle/>
        <a:p>
          <a:endParaRPr lang="en-US"/>
        </a:p>
      </dgm:t>
    </dgm:pt>
    <dgm:pt modelId="{15AF2E23-0DE9-4BAC-8097-7CCDC92B5D41}" type="sibTrans" cxnId="{9FFDBBD6-04AC-41BD-8406-53895AD73B35}">
      <dgm:prSet/>
      <dgm:spPr/>
      <dgm:t>
        <a:bodyPr/>
        <a:lstStyle/>
        <a:p>
          <a:endParaRPr lang="en-US"/>
        </a:p>
      </dgm:t>
    </dgm:pt>
    <dgm:pt modelId="{5E1196F3-D3B6-498E-B13F-71CE98EEF6DE}">
      <dgm:prSet/>
      <dgm:spPr/>
      <dgm:t>
        <a:bodyPr/>
        <a:lstStyle/>
        <a:p>
          <a:r>
            <a:rPr lang="en-IN"/>
            <a:t>No sharing of number</a:t>
          </a:r>
          <a:endParaRPr lang="en-US"/>
        </a:p>
      </dgm:t>
    </dgm:pt>
    <dgm:pt modelId="{45C07047-D4B6-4F7B-A01E-F8C91493299C}" type="parTrans" cxnId="{1B1E675E-8A07-4DA7-9A46-7AA0120E882D}">
      <dgm:prSet/>
      <dgm:spPr/>
      <dgm:t>
        <a:bodyPr/>
        <a:lstStyle/>
        <a:p>
          <a:endParaRPr lang="en-US"/>
        </a:p>
      </dgm:t>
    </dgm:pt>
    <dgm:pt modelId="{D013A28A-10BE-47D5-9687-1D4DB3109FD5}" type="sibTrans" cxnId="{1B1E675E-8A07-4DA7-9A46-7AA0120E882D}">
      <dgm:prSet/>
      <dgm:spPr/>
      <dgm:t>
        <a:bodyPr/>
        <a:lstStyle/>
        <a:p>
          <a:endParaRPr lang="en-US"/>
        </a:p>
      </dgm:t>
    </dgm:pt>
    <dgm:pt modelId="{0F1E0DDD-5DE7-4366-A863-16094B870238}">
      <dgm:prSet/>
      <dgm:spPr/>
      <dgm:t>
        <a:bodyPr/>
        <a:lstStyle/>
        <a:p>
          <a:r>
            <a:rPr lang="en-IN"/>
            <a:t>Secure Sign-Up </a:t>
          </a:r>
          <a:endParaRPr lang="en-US"/>
        </a:p>
      </dgm:t>
    </dgm:pt>
    <dgm:pt modelId="{39AC0B98-BB0B-43C7-A223-0A65CED791C0}" type="parTrans" cxnId="{6EBBDAF6-D029-4554-B450-AC58BE63F1C1}">
      <dgm:prSet/>
      <dgm:spPr/>
      <dgm:t>
        <a:bodyPr/>
        <a:lstStyle/>
        <a:p>
          <a:endParaRPr lang="en-US"/>
        </a:p>
      </dgm:t>
    </dgm:pt>
    <dgm:pt modelId="{BCECEF8E-A51D-441A-9810-C85C577C7B7B}" type="sibTrans" cxnId="{6EBBDAF6-D029-4554-B450-AC58BE63F1C1}">
      <dgm:prSet/>
      <dgm:spPr/>
      <dgm:t>
        <a:bodyPr/>
        <a:lstStyle/>
        <a:p>
          <a:endParaRPr lang="en-US"/>
        </a:p>
      </dgm:t>
    </dgm:pt>
    <dgm:pt modelId="{A23EE75E-6B4E-436C-AF21-B44A15072264}">
      <dgm:prSet/>
      <dgm:spPr/>
      <dgm:t>
        <a:bodyPr/>
        <a:lstStyle/>
        <a:p>
          <a:r>
            <a:rPr lang="en-IN" dirty="0"/>
            <a:t>Notifications</a:t>
          </a:r>
          <a:endParaRPr lang="en-US" dirty="0"/>
        </a:p>
      </dgm:t>
    </dgm:pt>
    <dgm:pt modelId="{AB38A674-AC56-440D-B044-463A0649588B}" type="parTrans" cxnId="{E28A7CBA-764C-4B35-9E56-E816AE00421C}">
      <dgm:prSet/>
      <dgm:spPr/>
      <dgm:t>
        <a:bodyPr/>
        <a:lstStyle/>
        <a:p>
          <a:endParaRPr lang="en-US"/>
        </a:p>
      </dgm:t>
    </dgm:pt>
    <dgm:pt modelId="{0052A28C-365F-49B3-8189-6B8FBF90C892}" type="sibTrans" cxnId="{E28A7CBA-764C-4B35-9E56-E816AE00421C}">
      <dgm:prSet/>
      <dgm:spPr/>
      <dgm:t>
        <a:bodyPr/>
        <a:lstStyle/>
        <a:p>
          <a:endParaRPr lang="en-US"/>
        </a:p>
      </dgm:t>
    </dgm:pt>
    <dgm:pt modelId="{ED43E4CE-3493-4B75-A9E0-747CB058CB51}">
      <dgm:prSet/>
      <dgm:spPr/>
      <dgm:t>
        <a:bodyPr/>
        <a:lstStyle/>
        <a:p>
          <a:r>
            <a:rPr lang="en-IN" dirty="0"/>
            <a:t>User Profiles</a:t>
          </a:r>
          <a:endParaRPr lang="en-US" dirty="0"/>
        </a:p>
      </dgm:t>
    </dgm:pt>
    <dgm:pt modelId="{8A182680-237A-4310-BD68-1DABD820F165}" type="parTrans" cxnId="{9BB6B16E-E12B-44E5-8ED5-CE01765DA384}">
      <dgm:prSet/>
      <dgm:spPr/>
      <dgm:t>
        <a:bodyPr/>
        <a:lstStyle/>
        <a:p>
          <a:endParaRPr lang="en-US"/>
        </a:p>
      </dgm:t>
    </dgm:pt>
    <dgm:pt modelId="{E696C167-9650-47AE-AAE0-7BFAE5F9A8B5}" type="sibTrans" cxnId="{9BB6B16E-E12B-44E5-8ED5-CE01765DA384}">
      <dgm:prSet/>
      <dgm:spPr/>
      <dgm:t>
        <a:bodyPr/>
        <a:lstStyle/>
        <a:p>
          <a:endParaRPr lang="en-US"/>
        </a:p>
      </dgm:t>
    </dgm:pt>
    <dgm:pt modelId="{D7D4B083-19C1-4B63-B72D-7C623B12E42E}">
      <dgm:prSet/>
      <dgm:spPr/>
      <dgm:t>
        <a:bodyPr/>
        <a:lstStyle/>
        <a:p>
          <a:r>
            <a:rPr lang="en-IN" dirty="0"/>
            <a:t>Search Messages</a:t>
          </a:r>
          <a:endParaRPr lang="en-US" dirty="0"/>
        </a:p>
      </dgm:t>
    </dgm:pt>
    <dgm:pt modelId="{4D994BFD-EB7B-4AB9-BD73-7551FAC4BE1D}" type="parTrans" cxnId="{1A5D770D-F959-4A7D-B291-A01C143BBC55}">
      <dgm:prSet/>
      <dgm:spPr/>
      <dgm:t>
        <a:bodyPr/>
        <a:lstStyle/>
        <a:p>
          <a:endParaRPr lang="en-US"/>
        </a:p>
      </dgm:t>
    </dgm:pt>
    <dgm:pt modelId="{FA6DE975-2C7E-4746-B6A0-783DB274F869}" type="sibTrans" cxnId="{1A5D770D-F959-4A7D-B291-A01C143BBC55}">
      <dgm:prSet/>
      <dgm:spPr/>
      <dgm:t>
        <a:bodyPr/>
        <a:lstStyle/>
        <a:p>
          <a:endParaRPr lang="en-US"/>
        </a:p>
      </dgm:t>
    </dgm:pt>
    <dgm:pt modelId="{16B069CD-FEB5-42CE-9AD3-3A9D7851CAC6}">
      <dgm:prSet/>
      <dgm:spPr/>
      <dgm:t>
        <a:bodyPr/>
        <a:lstStyle/>
        <a:p>
          <a:r>
            <a:rPr lang="en-IN"/>
            <a:t>Privacy Controls</a:t>
          </a:r>
          <a:endParaRPr lang="en-US"/>
        </a:p>
      </dgm:t>
    </dgm:pt>
    <dgm:pt modelId="{EFC72F9A-BECF-4E20-9270-E103997B3F85}" type="parTrans" cxnId="{3BB9285E-C1D2-4E45-80B0-C428E548EBCD}">
      <dgm:prSet/>
      <dgm:spPr/>
      <dgm:t>
        <a:bodyPr/>
        <a:lstStyle/>
        <a:p>
          <a:endParaRPr lang="en-US"/>
        </a:p>
      </dgm:t>
    </dgm:pt>
    <dgm:pt modelId="{5ECF0EAC-4F33-4DBD-AF2E-C01621AA588B}" type="sibTrans" cxnId="{3BB9285E-C1D2-4E45-80B0-C428E548EBCD}">
      <dgm:prSet/>
      <dgm:spPr/>
      <dgm:t>
        <a:bodyPr/>
        <a:lstStyle/>
        <a:p>
          <a:endParaRPr lang="en-US"/>
        </a:p>
      </dgm:t>
    </dgm:pt>
    <dgm:pt modelId="{9A968710-2179-49F8-AA29-EBAEA83CF395}">
      <dgm:prSet/>
      <dgm:spPr/>
      <dgm:t>
        <a:bodyPr/>
        <a:lstStyle/>
        <a:p>
          <a:r>
            <a:rPr lang="en-IN" dirty="0"/>
            <a:t>Real-Time Updates </a:t>
          </a:r>
          <a:endParaRPr lang="en-US" dirty="0"/>
        </a:p>
      </dgm:t>
    </dgm:pt>
    <dgm:pt modelId="{0B221725-DF43-43DF-BDD5-176D0CEB58AA}" type="parTrans" cxnId="{70A6AC10-A2D8-4DD6-9148-F02753A5919B}">
      <dgm:prSet/>
      <dgm:spPr/>
      <dgm:t>
        <a:bodyPr/>
        <a:lstStyle/>
        <a:p>
          <a:endParaRPr lang="en-US"/>
        </a:p>
      </dgm:t>
    </dgm:pt>
    <dgm:pt modelId="{98009B8B-A692-473B-89C1-9C03CC63EF31}" type="sibTrans" cxnId="{70A6AC10-A2D8-4DD6-9148-F02753A5919B}">
      <dgm:prSet/>
      <dgm:spPr/>
      <dgm:t>
        <a:bodyPr/>
        <a:lstStyle/>
        <a:p>
          <a:endParaRPr lang="en-US"/>
        </a:p>
      </dgm:t>
    </dgm:pt>
    <dgm:pt modelId="{E7F8D3DC-6078-41B3-A90E-1F1E3F3493C2}">
      <dgm:prSet/>
      <dgm:spPr/>
      <dgm:t>
        <a:bodyPr/>
        <a:lstStyle/>
        <a:p>
          <a:r>
            <a:rPr lang="en-IN" dirty="0"/>
            <a:t>Global Connectivity </a:t>
          </a:r>
          <a:endParaRPr lang="en-US" dirty="0"/>
        </a:p>
      </dgm:t>
    </dgm:pt>
    <dgm:pt modelId="{A68A80F3-76D9-42E7-9CD7-2A923FE8DEC8}" type="parTrans" cxnId="{3EA5220C-C9AD-46D1-8A3C-2EC1BACF67F4}">
      <dgm:prSet/>
      <dgm:spPr/>
      <dgm:t>
        <a:bodyPr/>
        <a:lstStyle/>
        <a:p>
          <a:endParaRPr lang="en-US"/>
        </a:p>
      </dgm:t>
    </dgm:pt>
    <dgm:pt modelId="{A14EE439-0826-4F52-8C05-E9554CAE2415}" type="sibTrans" cxnId="{3EA5220C-C9AD-46D1-8A3C-2EC1BACF67F4}">
      <dgm:prSet/>
      <dgm:spPr/>
      <dgm:t>
        <a:bodyPr/>
        <a:lstStyle/>
        <a:p>
          <a:endParaRPr lang="en-US"/>
        </a:p>
      </dgm:t>
    </dgm:pt>
    <dgm:pt modelId="{6691D3B8-B6F5-4ECD-8E32-7795929DDB23}">
      <dgm:prSet/>
      <dgm:spPr/>
      <dgm:t>
        <a:bodyPr/>
        <a:lstStyle/>
        <a:p>
          <a:r>
            <a:rPr lang="en-IN" dirty="0"/>
            <a:t>Efficient Communication</a:t>
          </a:r>
          <a:endParaRPr lang="en-US" dirty="0"/>
        </a:p>
      </dgm:t>
    </dgm:pt>
    <dgm:pt modelId="{01B26D44-71F8-4EC7-BC66-27CD128F261F}" type="parTrans" cxnId="{67A61F88-344D-4C42-B378-7BF413545FF4}">
      <dgm:prSet/>
      <dgm:spPr/>
      <dgm:t>
        <a:bodyPr/>
        <a:lstStyle/>
        <a:p>
          <a:endParaRPr lang="en-US"/>
        </a:p>
      </dgm:t>
    </dgm:pt>
    <dgm:pt modelId="{3AD2EC44-7151-4937-B9CC-B539A1968E1D}" type="sibTrans" cxnId="{67A61F88-344D-4C42-B378-7BF413545FF4}">
      <dgm:prSet/>
      <dgm:spPr/>
      <dgm:t>
        <a:bodyPr/>
        <a:lstStyle/>
        <a:p>
          <a:endParaRPr lang="en-US"/>
        </a:p>
      </dgm:t>
    </dgm:pt>
    <dgm:pt modelId="{B5A42C1F-6616-443E-8275-EF6421370ED1}" type="pres">
      <dgm:prSet presAssocID="{E7F189E3-19A9-4781-B7F2-133750789AEF}" presName="diagram" presStyleCnt="0">
        <dgm:presLayoutVars>
          <dgm:dir/>
          <dgm:resizeHandles val="exact"/>
        </dgm:presLayoutVars>
      </dgm:prSet>
      <dgm:spPr/>
    </dgm:pt>
    <dgm:pt modelId="{89DE4CF1-A5D8-479C-8529-3D9C0DBD43D8}" type="pres">
      <dgm:prSet presAssocID="{C69E2EDB-0C94-4A00-B5CD-EF7EF0C86116}" presName="node" presStyleLbl="node1" presStyleIdx="0" presStyleCnt="12">
        <dgm:presLayoutVars>
          <dgm:bulletEnabled val="1"/>
        </dgm:presLayoutVars>
      </dgm:prSet>
      <dgm:spPr/>
    </dgm:pt>
    <dgm:pt modelId="{00954B4A-29B6-4F31-ADCB-F05165FB48A1}" type="pres">
      <dgm:prSet presAssocID="{82DEC160-165E-404E-A6FF-3232232D3677}" presName="sibTrans" presStyleCnt="0"/>
      <dgm:spPr/>
    </dgm:pt>
    <dgm:pt modelId="{8A34148A-24CF-4663-BD8B-32C0B1AECF51}" type="pres">
      <dgm:prSet presAssocID="{8975E47B-A637-4F01-9E04-EB8983EAC67F}" presName="node" presStyleLbl="node1" presStyleIdx="1" presStyleCnt="12">
        <dgm:presLayoutVars>
          <dgm:bulletEnabled val="1"/>
        </dgm:presLayoutVars>
      </dgm:prSet>
      <dgm:spPr/>
    </dgm:pt>
    <dgm:pt modelId="{7EFC8E2C-33A2-4BFF-BBAF-6242D38AF521}" type="pres">
      <dgm:prSet presAssocID="{0BB2DF6A-FA54-4455-8BA3-3BAA9ABD53D6}" presName="sibTrans" presStyleCnt="0"/>
      <dgm:spPr/>
    </dgm:pt>
    <dgm:pt modelId="{968FBFEB-E9A2-4BD6-9D9F-D86EA92DF0AC}" type="pres">
      <dgm:prSet presAssocID="{B6B73E7A-D314-4DE3-927B-51AB71790DCF}" presName="node" presStyleLbl="node1" presStyleIdx="2" presStyleCnt="12">
        <dgm:presLayoutVars>
          <dgm:bulletEnabled val="1"/>
        </dgm:presLayoutVars>
      </dgm:prSet>
      <dgm:spPr/>
    </dgm:pt>
    <dgm:pt modelId="{3D3D6F44-85B8-419D-8EAB-66DF453FF5E2}" type="pres">
      <dgm:prSet presAssocID="{15AF2E23-0DE9-4BAC-8097-7CCDC92B5D41}" presName="sibTrans" presStyleCnt="0"/>
      <dgm:spPr/>
    </dgm:pt>
    <dgm:pt modelId="{C403BD2D-26F7-402B-B327-2630C5EDCD6D}" type="pres">
      <dgm:prSet presAssocID="{5E1196F3-D3B6-498E-B13F-71CE98EEF6DE}" presName="node" presStyleLbl="node1" presStyleIdx="3" presStyleCnt="12">
        <dgm:presLayoutVars>
          <dgm:bulletEnabled val="1"/>
        </dgm:presLayoutVars>
      </dgm:prSet>
      <dgm:spPr/>
    </dgm:pt>
    <dgm:pt modelId="{70ABED1E-8A87-4AB9-84F5-7396E0DAEC7D}" type="pres">
      <dgm:prSet presAssocID="{D013A28A-10BE-47D5-9687-1D4DB3109FD5}" presName="sibTrans" presStyleCnt="0"/>
      <dgm:spPr/>
    </dgm:pt>
    <dgm:pt modelId="{20B27C78-2798-448C-B279-8FDE075E9ADD}" type="pres">
      <dgm:prSet presAssocID="{0F1E0DDD-5DE7-4366-A863-16094B870238}" presName="node" presStyleLbl="node1" presStyleIdx="4" presStyleCnt="12">
        <dgm:presLayoutVars>
          <dgm:bulletEnabled val="1"/>
        </dgm:presLayoutVars>
      </dgm:prSet>
      <dgm:spPr/>
    </dgm:pt>
    <dgm:pt modelId="{E513E741-AAC1-48D1-B69E-A710555177FE}" type="pres">
      <dgm:prSet presAssocID="{BCECEF8E-A51D-441A-9810-C85C577C7B7B}" presName="sibTrans" presStyleCnt="0"/>
      <dgm:spPr/>
    </dgm:pt>
    <dgm:pt modelId="{5153A992-80A0-412A-B5E6-586412C33491}" type="pres">
      <dgm:prSet presAssocID="{A23EE75E-6B4E-436C-AF21-B44A15072264}" presName="node" presStyleLbl="node1" presStyleIdx="5" presStyleCnt="12">
        <dgm:presLayoutVars>
          <dgm:bulletEnabled val="1"/>
        </dgm:presLayoutVars>
      </dgm:prSet>
      <dgm:spPr/>
    </dgm:pt>
    <dgm:pt modelId="{4D80BEF7-03FA-4324-ADCB-D811DBDCB50C}" type="pres">
      <dgm:prSet presAssocID="{0052A28C-365F-49B3-8189-6B8FBF90C892}" presName="sibTrans" presStyleCnt="0"/>
      <dgm:spPr/>
    </dgm:pt>
    <dgm:pt modelId="{8143BAC3-23DD-4C91-BABF-A65949F4D059}" type="pres">
      <dgm:prSet presAssocID="{ED43E4CE-3493-4B75-A9E0-747CB058CB51}" presName="node" presStyleLbl="node1" presStyleIdx="6" presStyleCnt="12">
        <dgm:presLayoutVars>
          <dgm:bulletEnabled val="1"/>
        </dgm:presLayoutVars>
      </dgm:prSet>
      <dgm:spPr/>
    </dgm:pt>
    <dgm:pt modelId="{C738BFB3-E52B-41E8-BDD3-274382F526D3}" type="pres">
      <dgm:prSet presAssocID="{E696C167-9650-47AE-AAE0-7BFAE5F9A8B5}" presName="sibTrans" presStyleCnt="0"/>
      <dgm:spPr/>
    </dgm:pt>
    <dgm:pt modelId="{6FF1C9CB-8A7C-42DD-881D-66D1DD832475}" type="pres">
      <dgm:prSet presAssocID="{D7D4B083-19C1-4B63-B72D-7C623B12E42E}" presName="node" presStyleLbl="node1" presStyleIdx="7" presStyleCnt="12">
        <dgm:presLayoutVars>
          <dgm:bulletEnabled val="1"/>
        </dgm:presLayoutVars>
      </dgm:prSet>
      <dgm:spPr/>
    </dgm:pt>
    <dgm:pt modelId="{E7EFBECE-0EC6-4B02-8C40-75977A6BB2F9}" type="pres">
      <dgm:prSet presAssocID="{FA6DE975-2C7E-4746-B6A0-783DB274F869}" presName="sibTrans" presStyleCnt="0"/>
      <dgm:spPr/>
    </dgm:pt>
    <dgm:pt modelId="{0B9E9A44-C4E5-4FE2-9E67-9FD9199576D6}" type="pres">
      <dgm:prSet presAssocID="{16B069CD-FEB5-42CE-9AD3-3A9D7851CAC6}" presName="node" presStyleLbl="node1" presStyleIdx="8" presStyleCnt="12">
        <dgm:presLayoutVars>
          <dgm:bulletEnabled val="1"/>
        </dgm:presLayoutVars>
      </dgm:prSet>
      <dgm:spPr/>
    </dgm:pt>
    <dgm:pt modelId="{E49E65B0-997A-425B-9E1E-6261458BC772}" type="pres">
      <dgm:prSet presAssocID="{5ECF0EAC-4F33-4DBD-AF2E-C01621AA588B}" presName="sibTrans" presStyleCnt="0"/>
      <dgm:spPr/>
    </dgm:pt>
    <dgm:pt modelId="{84E10FF5-61C1-4C5D-812F-FBBB414055B4}" type="pres">
      <dgm:prSet presAssocID="{9A968710-2179-49F8-AA29-EBAEA83CF395}" presName="node" presStyleLbl="node1" presStyleIdx="9" presStyleCnt="12">
        <dgm:presLayoutVars>
          <dgm:bulletEnabled val="1"/>
        </dgm:presLayoutVars>
      </dgm:prSet>
      <dgm:spPr/>
    </dgm:pt>
    <dgm:pt modelId="{BAE0E490-DE44-4915-ABA1-2FA0F60936E8}" type="pres">
      <dgm:prSet presAssocID="{98009B8B-A692-473B-89C1-9C03CC63EF31}" presName="sibTrans" presStyleCnt="0"/>
      <dgm:spPr/>
    </dgm:pt>
    <dgm:pt modelId="{254B055D-D380-4029-9548-B29C789F389C}" type="pres">
      <dgm:prSet presAssocID="{E7F8D3DC-6078-41B3-A90E-1F1E3F3493C2}" presName="node" presStyleLbl="node1" presStyleIdx="10" presStyleCnt="12">
        <dgm:presLayoutVars>
          <dgm:bulletEnabled val="1"/>
        </dgm:presLayoutVars>
      </dgm:prSet>
      <dgm:spPr/>
    </dgm:pt>
    <dgm:pt modelId="{A7D9BFD9-821E-408F-B81E-5A95951AA97A}" type="pres">
      <dgm:prSet presAssocID="{A14EE439-0826-4F52-8C05-E9554CAE2415}" presName="sibTrans" presStyleCnt="0"/>
      <dgm:spPr/>
    </dgm:pt>
    <dgm:pt modelId="{A0B12115-62D3-4714-B11E-028F024DCC0C}" type="pres">
      <dgm:prSet presAssocID="{6691D3B8-B6F5-4ECD-8E32-7795929DDB23}" presName="node" presStyleLbl="node1" presStyleIdx="11" presStyleCnt="12">
        <dgm:presLayoutVars>
          <dgm:bulletEnabled val="1"/>
        </dgm:presLayoutVars>
      </dgm:prSet>
      <dgm:spPr/>
    </dgm:pt>
  </dgm:ptLst>
  <dgm:cxnLst>
    <dgm:cxn modelId="{DC760204-F39E-4708-B5D7-8F5A726908A8}" type="presOf" srcId="{8975E47B-A637-4F01-9E04-EB8983EAC67F}" destId="{8A34148A-24CF-4663-BD8B-32C0B1AECF51}" srcOrd="0" destOrd="0" presId="urn:microsoft.com/office/officeart/2005/8/layout/default"/>
    <dgm:cxn modelId="{3EA5220C-C9AD-46D1-8A3C-2EC1BACF67F4}" srcId="{E7F189E3-19A9-4781-B7F2-133750789AEF}" destId="{E7F8D3DC-6078-41B3-A90E-1F1E3F3493C2}" srcOrd="10" destOrd="0" parTransId="{A68A80F3-76D9-42E7-9CD7-2A923FE8DEC8}" sibTransId="{A14EE439-0826-4F52-8C05-E9554CAE2415}"/>
    <dgm:cxn modelId="{1A5D770D-F959-4A7D-B291-A01C143BBC55}" srcId="{E7F189E3-19A9-4781-B7F2-133750789AEF}" destId="{D7D4B083-19C1-4B63-B72D-7C623B12E42E}" srcOrd="7" destOrd="0" parTransId="{4D994BFD-EB7B-4AB9-BD73-7551FAC4BE1D}" sibTransId="{FA6DE975-2C7E-4746-B6A0-783DB274F869}"/>
    <dgm:cxn modelId="{70A6AC10-A2D8-4DD6-9148-F02753A5919B}" srcId="{E7F189E3-19A9-4781-B7F2-133750789AEF}" destId="{9A968710-2179-49F8-AA29-EBAEA83CF395}" srcOrd="9" destOrd="0" parTransId="{0B221725-DF43-43DF-BDD5-176D0CEB58AA}" sibTransId="{98009B8B-A692-473B-89C1-9C03CC63EF31}"/>
    <dgm:cxn modelId="{4210CF23-6E77-4B44-8BEB-584C171E6676}" type="presOf" srcId="{5E1196F3-D3B6-498E-B13F-71CE98EEF6DE}" destId="{C403BD2D-26F7-402B-B327-2630C5EDCD6D}" srcOrd="0" destOrd="0" presId="urn:microsoft.com/office/officeart/2005/8/layout/default"/>
    <dgm:cxn modelId="{E865D024-0DE9-4F08-AC99-8D6E81B12D27}" type="presOf" srcId="{C69E2EDB-0C94-4A00-B5CD-EF7EF0C86116}" destId="{89DE4CF1-A5D8-479C-8529-3D9C0DBD43D8}" srcOrd="0" destOrd="0" presId="urn:microsoft.com/office/officeart/2005/8/layout/default"/>
    <dgm:cxn modelId="{83B15C39-B798-49EB-A224-685C9165CF5C}" type="presOf" srcId="{ED43E4CE-3493-4B75-A9E0-747CB058CB51}" destId="{8143BAC3-23DD-4C91-BABF-A65949F4D059}" srcOrd="0" destOrd="0" presId="urn:microsoft.com/office/officeart/2005/8/layout/default"/>
    <dgm:cxn modelId="{3BB9285E-C1D2-4E45-80B0-C428E548EBCD}" srcId="{E7F189E3-19A9-4781-B7F2-133750789AEF}" destId="{16B069CD-FEB5-42CE-9AD3-3A9D7851CAC6}" srcOrd="8" destOrd="0" parTransId="{EFC72F9A-BECF-4E20-9270-E103997B3F85}" sibTransId="{5ECF0EAC-4F33-4DBD-AF2E-C01621AA588B}"/>
    <dgm:cxn modelId="{1B1E675E-8A07-4DA7-9A46-7AA0120E882D}" srcId="{E7F189E3-19A9-4781-B7F2-133750789AEF}" destId="{5E1196F3-D3B6-498E-B13F-71CE98EEF6DE}" srcOrd="3" destOrd="0" parTransId="{45C07047-D4B6-4F7B-A01E-F8C91493299C}" sibTransId="{D013A28A-10BE-47D5-9687-1D4DB3109FD5}"/>
    <dgm:cxn modelId="{99C27E5E-8732-43E9-9BF0-6795BB7F91DD}" type="presOf" srcId="{D7D4B083-19C1-4B63-B72D-7C623B12E42E}" destId="{6FF1C9CB-8A7C-42DD-881D-66D1DD832475}" srcOrd="0" destOrd="0" presId="urn:microsoft.com/office/officeart/2005/8/layout/default"/>
    <dgm:cxn modelId="{CBFF894E-9132-4505-AF64-AB04E2F35327}" type="presOf" srcId="{E7F8D3DC-6078-41B3-A90E-1F1E3F3493C2}" destId="{254B055D-D380-4029-9548-B29C789F389C}" srcOrd="0" destOrd="0" presId="urn:microsoft.com/office/officeart/2005/8/layout/default"/>
    <dgm:cxn modelId="{9BB6B16E-E12B-44E5-8ED5-CE01765DA384}" srcId="{E7F189E3-19A9-4781-B7F2-133750789AEF}" destId="{ED43E4CE-3493-4B75-A9E0-747CB058CB51}" srcOrd="6" destOrd="0" parTransId="{8A182680-237A-4310-BD68-1DABD820F165}" sibTransId="{E696C167-9650-47AE-AAE0-7BFAE5F9A8B5}"/>
    <dgm:cxn modelId="{0C97CE70-6016-4D46-A86D-36116A0E8A91}" type="presOf" srcId="{B6B73E7A-D314-4DE3-927B-51AB71790DCF}" destId="{968FBFEB-E9A2-4BD6-9D9F-D86EA92DF0AC}" srcOrd="0" destOrd="0" presId="urn:microsoft.com/office/officeart/2005/8/layout/default"/>
    <dgm:cxn modelId="{9F315F77-DACB-4F75-8A8D-E50EF544A15C}" type="presOf" srcId="{6691D3B8-B6F5-4ECD-8E32-7795929DDB23}" destId="{A0B12115-62D3-4714-B11E-028F024DCC0C}" srcOrd="0" destOrd="0" presId="urn:microsoft.com/office/officeart/2005/8/layout/default"/>
    <dgm:cxn modelId="{B5212178-A48E-482C-BEF2-D08F594BAEF5}" srcId="{E7F189E3-19A9-4781-B7F2-133750789AEF}" destId="{C69E2EDB-0C94-4A00-B5CD-EF7EF0C86116}" srcOrd="0" destOrd="0" parTransId="{B9160759-114A-4C46-927D-984F8F18B727}" sibTransId="{82DEC160-165E-404E-A6FF-3232232D3677}"/>
    <dgm:cxn modelId="{67A61F88-344D-4C42-B378-7BF413545FF4}" srcId="{E7F189E3-19A9-4781-B7F2-133750789AEF}" destId="{6691D3B8-B6F5-4ECD-8E32-7795929DDB23}" srcOrd="11" destOrd="0" parTransId="{01B26D44-71F8-4EC7-BC66-27CD128F261F}" sibTransId="{3AD2EC44-7151-4937-B9CC-B539A1968E1D}"/>
    <dgm:cxn modelId="{FDCE599A-1A52-4E63-8DA2-F4A40036B927}" type="presOf" srcId="{9A968710-2179-49F8-AA29-EBAEA83CF395}" destId="{84E10FF5-61C1-4C5D-812F-FBBB414055B4}" srcOrd="0" destOrd="0" presId="urn:microsoft.com/office/officeart/2005/8/layout/default"/>
    <dgm:cxn modelId="{F3E67E9B-F327-48D4-B9F9-540775296FF7}" type="presOf" srcId="{0F1E0DDD-5DE7-4366-A863-16094B870238}" destId="{20B27C78-2798-448C-B279-8FDE075E9ADD}" srcOrd="0" destOrd="0" presId="urn:microsoft.com/office/officeart/2005/8/layout/default"/>
    <dgm:cxn modelId="{06D9AEA3-E5F9-442B-962F-21F7E10DC6C2}" srcId="{E7F189E3-19A9-4781-B7F2-133750789AEF}" destId="{8975E47B-A637-4F01-9E04-EB8983EAC67F}" srcOrd="1" destOrd="0" parTransId="{65E993CB-84DE-4270-A57B-C9D9E86FEC4C}" sibTransId="{0BB2DF6A-FA54-4455-8BA3-3BAA9ABD53D6}"/>
    <dgm:cxn modelId="{57BFE9A9-725E-469A-84D6-CAD52E1A1702}" type="presOf" srcId="{E7F189E3-19A9-4781-B7F2-133750789AEF}" destId="{B5A42C1F-6616-443E-8275-EF6421370ED1}" srcOrd="0" destOrd="0" presId="urn:microsoft.com/office/officeart/2005/8/layout/default"/>
    <dgm:cxn modelId="{E28A7CBA-764C-4B35-9E56-E816AE00421C}" srcId="{E7F189E3-19A9-4781-B7F2-133750789AEF}" destId="{A23EE75E-6B4E-436C-AF21-B44A15072264}" srcOrd="5" destOrd="0" parTransId="{AB38A674-AC56-440D-B044-463A0649588B}" sibTransId="{0052A28C-365F-49B3-8189-6B8FBF90C892}"/>
    <dgm:cxn modelId="{9FFDBBD6-04AC-41BD-8406-53895AD73B35}" srcId="{E7F189E3-19A9-4781-B7F2-133750789AEF}" destId="{B6B73E7A-D314-4DE3-927B-51AB71790DCF}" srcOrd="2" destOrd="0" parTransId="{CE28F720-BEB2-4E40-A01D-8EC727B0984C}" sibTransId="{15AF2E23-0DE9-4BAC-8097-7CCDC92B5D41}"/>
    <dgm:cxn modelId="{6EBBDAF6-D029-4554-B450-AC58BE63F1C1}" srcId="{E7F189E3-19A9-4781-B7F2-133750789AEF}" destId="{0F1E0DDD-5DE7-4366-A863-16094B870238}" srcOrd="4" destOrd="0" parTransId="{39AC0B98-BB0B-43C7-A223-0A65CED791C0}" sibTransId="{BCECEF8E-A51D-441A-9810-C85C577C7B7B}"/>
    <dgm:cxn modelId="{01D81EF7-C82B-404E-B1E4-9339E2C24AC8}" type="presOf" srcId="{A23EE75E-6B4E-436C-AF21-B44A15072264}" destId="{5153A992-80A0-412A-B5E6-586412C33491}" srcOrd="0" destOrd="0" presId="urn:microsoft.com/office/officeart/2005/8/layout/default"/>
    <dgm:cxn modelId="{713699FD-8F6B-40A1-BE2A-871B6BB603AF}" type="presOf" srcId="{16B069CD-FEB5-42CE-9AD3-3A9D7851CAC6}" destId="{0B9E9A44-C4E5-4FE2-9E67-9FD9199576D6}" srcOrd="0" destOrd="0" presId="urn:microsoft.com/office/officeart/2005/8/layout/default"/>
    <dgm:cxn modelId="{383586C4-D3D7-45E8-8235-78D91C6A6758}" type="presParOf" srcId="{B5A42C1F-6616-443E-8275-EF6421370ED1}" destId="{89DE4CF1-A5D8-479C-8529-3D9C0DBD43D8}" srcOrd="0" destOrd="0" presId="urn:microsoft.com/office/officeart/2005/8/layout/default"/>
    <dgm:cxn modelId="{30F2CAEC-7C63-43A7-A514-8D658A946EEB}" type="presParOf" srcId="{B5A42C1F-6616-443E-8275-EF6421370ED1}" destId="{00954B4A-29B6-4F31-ADCB-F05165FB48A1}" srcOrd="1" destOrd="0" presId="urn:microsoft.com/office/officeart/2005/8/layout/default"/>
    <dgm:cxn modelId="{FB0043C3-0F2A-43DC-B450-F8D838D8E0F9}" type="presParOf" srcId="{B5A42C1F-6616-443E-8275-EF6421370ED1}" destId="{8A34148A-24CF-4663-BD8B-32C0B1AECF51}" srcOrd="2" destOrd="0" presId="urn:microsoft.com/office/officeart/2005/8/layout/default"/>
    <dgm:cxn modelId="{7AAFDBD1-C003-46A8-B3C0-0E132CCD4961}" type="presParOf" srcId="{B5A42C1F-6616-443E-8275-EF6421370ED1}" destId="{7EFC8E2C-33A2-4BFF-BBAF-6242D38AF521}" srcOrd="3" destOrd="0" presId="urn:microsoft.com/office/officeart/2005/8/layout/default"/>
    <dgm:cxn modelId="{1A4CFD57-89DC-4B3C-9252-947F1EB534C8}" type="presParOf" srcId="{B5A42C1F-6616-443E-8275-EF6421370ED1}" destId="{968FBFEB-E9A2-4BD6-9D9F-D86EA92DF0AC}" srcOrd="4" destOrd="0" presId="urn:microsoft.com/office/officeart/2005/8/layout/default"/>
    <dgm:cxn modelId="{94FF11F9-E0DC-4A2A-9A6D-1735CD7D9784}" type="presParOf" srcId="{B5A42C1F-6616-443E-8275-EF6421370ED1}" destId="{3D3D6F44-85B8-419D-8EAB-66DF453FF5E2}" srcOrd="5" destOrd="0" presId="urn:microsoft.com/office/officeart/2005/8/layout/default"/>
    <dgm:cxn modelId="{77FF179E-B207-4BB9-A1DE-A2C69CD5C3BB}" type="presParOf" srcId="{B5A42C1F-6616-443E-8275-EF6421370ED1}" destId="{C403BD2D-26F7-402B-B327-2630C5EDCD6D}" srcOrd="6" destOrd="0" presId="urn:microsoft.com/office/officeart/2005/8/layout/default"/>
    <dgm:cxn modelId="{D0FD601D-E97B-4630-BE7E-8102A1C9F146}" type="presParOf" srcId="{B5A42C1F-6616-443E-8275-EF6421370ED1}" destId="{70ABED1E-8A87-4AB9-84F5-7396E0DAEC7D}" srcOrd="7" destOrd="0" presId="urn:microsoft.com/office/officeart/2005/8/layout/default"/>
    <dgm:cxn modelId="{BC05383C-144D-48AC-B666-3D1E78DE2B24}" type="presParOf" srcId="{B5A42C1F-6616-443E-8275-EF6421370ED1}" destId="{20B27C78-2798-448C-B279-8FDE075E9ADD}" srcOrd="8" destOrd="0" presId="urn:microsoft.com/office/officeart/2005/8/layout/default"/>
    <dgm:cxn modelId="{1FFDDB1B-7BD1-4040-A952-190832BBD1B6}" type="presParOf" srcId="{B5A42C1F-6616-443E-8275-EF6421370ED1}" destId="{E513E741-AAC1-48D1-B69E-A710555177FE}" srcOrd="9" destOrd="0" presId="urn:microsoft.com/office/officeart/2005/8/layout/default"/>
    <dgm:cxn modelId="{E5EA456E-6146-41C7-9483-E657323FAFA6}" type="presParOf" srcId="{B5A42C1F-6616-443E-8275-EF6421370ED1}" destId="{5153A992-80A0-412A-B5E6-586412C33491}" srcOrd="10" destOrd="0" presId="urn:microsoft.com/office/officeart/2005/8/layout/default"/>
    <dgm:cxn modelId="{CCFFA682-19CD-4EA2-92C8-BABE55CE2A74}" type="presParOf" srcId="{B5A42C1F-6616-443E-8275-EF6421370ED1}" destId="{4D80BEF7-03FA-4324-ADCB-D811DBDCB50C}" srcOrd="11" destOrd="0" presId="urn:microsoft.com/office/officeart/2005/8/layout/default"/>
    <dgm:cxn modelId="{6287C9E9-1FBE-495E-939E-A5D93A5876FA}" type="presParOf" srcId="{B5A42C1F-6616-443E-8275-EF6421370ED1}" destId="{8143BAC3-23DD-4C91-BABF-A65949F4D059}" srcOrd="12" destOrd="0" presId="urn:microsoft.com/office/officeart/2005/8/layout/default"/>
    <dgm:cxn modelId="{5EF7C63A-A487-4764-9C3C-FC301D04CBA4}" type="presParOf" srcId="{B5A42C1F-6616-443E-8275-EF6421370ED1}" destId="{C738BFB3-E52B-41E8-BDD3-274382F526D3}" srcOrd="13" destOrd="0" presId="urn:microsoft.com/office/officeart/2005/8/layout/default"/>
    <dgm:cxn modelId="{9CB33B92-CD5A-45FD-AAE6-F899257D8EDC}" type="presParOf" srcId="{B5A42C1F-6616-443E-8275-EF6421370ED1}" destId="{6FF1C9CB-8A7C-42DD-881D-66D1DD832475}" srcOrd="14" destOrd="0" presId="urn:microsoft.com/office/officeart/2005/8/layout/default"/>
    <dgm:cxn modelId="{51D577DA-7D64-45E2-8556-C86F6DD2337A}" type="presParOf" srcId="{B5A42C1F-6616-443E-8275-EF6421370ED1}" destId="{E7EFBECE-0EC6-4B02-8C40-75977A6BB2F9}" srcOrd="15" destOrd="0" presId="urn:microsoft.com/office/officeart/2005/8/layout/default"/>
    <dgm:cxn modelId="{A3CA61A2-0475-4F3E-B1F0-F26312DA8BFD}" type="presParOf" srcId="{B5A42C1F-6616-443E-8275-EF6421370ED1}" destId="{0B9E9A44-C4E5-4FE2-9E67-9FD9199576D6}" srcOrd="16" destOrd="0" presId="urn:microsoft.com/office/officeart/2005/8/layout/default"/>
    <dgm:cxn modelId="{36A064C8-75D0-444B-A5EC-735C91A40BF6}" type="presParOf" srcId="{B5A42C1F-6616-443E-8275-EF6421370ED1}" destId="{E49E65B0-997A-425B-9E1E-6261458BC772}" srcOrd="17" destOrd="0" presId="urn:microsoft.com/office/officeart/2005/8/layout/default"/>
    <dgm:cxn modelId="{8290C1E0-EB6C-47BB-A0CE-781DDDB9DAE8}" type="presParOf" srcId="{B5A42C1F-6616-443E-8275-EF6421370ED1}" destId="{84E10FF5-61C1-4C5D-812F-FBBB414055B4}" srcOrd="18" destOrd="0" presId="urn:microsoft.com/office/officeart/2005/8/layout/default"/>
    <dgm:cxn modelId="{5C5736D9-5847-4DF5-9927-0ECFAB2B4658}" type="presParOf" srcId="{B5A42C1F-6616-443E-8275-EF6421370ED1}" destId="{BAE0E490-DE44-4915-ABA1-2FA0F60936E8}" srcOrd="19" destOrd="0" presId="urn:microsoft.com/office/officeart/2005/8/layout/default"/>
    <dgm:cxn modelId="{36F48B49-E6C6-4E8A-A459-C511CC6F7386}" type="presParOf" srcId="{B5A42C1F-6616-443E-8275-EF6421370ED1}" destId="{254B055D-D380-4029-9548-B29C789F389C}" srcOrd="20" destOrd="0" presId="urn:microsoft.com/office/officeart/2005/8/layout/default"/>
    <dgm:cxn modelId="{257AC59F-A920-4044-AAB5-B0480416C3AF}" type="presParOf" srcId="{B5A42C1F-6616-443E-8275-EF6421370ED1}" destId="{A7D9BFD9-821E-408F-B81E-5A95951AA97A}" srcOrd="21" destOrd="0" presId="urn:microsoft.com/office/officeart/2005/8/layout/default"/>
    <dgm:cxn modelId="{259CFED5-F649-4275-96F1-5F9F9AC2E1A8}" type="presParOf" srcId="{B5A42C1F-6616-443E-8275-EF6421370ED1}" destId="{A0B12115-62D3-4714-B11E-028F024DCC0C}" srcOrd="2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DE4CF1-A5D8-479C-8529-3D9C0DBD43D8}">
      <dsp:nvSpPr>
        <dsp:cNvPr id="0" name=""/>
        <dsp:cNvSpPr/>
      </dsp:nvSpPr>
      <dsp:spPr>
        <a:xfrm>
          <a:off x="0" y="73496"/>
          <a:ext cx="1773535" cy="106412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a:t>Instant Messaging </a:t>
          </a:r>
          <a:endParaRPr lang="en-US" sz="1800" kern="1200"/>
        </a:p>
      </dsp:txBody>
      <dsp:txXfrm>
        <a:off x="0" y="73496"/>
        <a:ext cx="1773535" cy="1064121"/>
      </dsp:txXfrm>
    </dsp:sp>
    <dsp:sp modelId="{8A34148A-24CF-4663-BD8B-32C0B1AECF51}">
      <dsp:nvSpPr>
        <dsp:cNvPr id="0" name=""/>
        <dsp:cNvSpPr/>
      </dsp:nvSpPr>
      <dsp:spPr>
        <a:xfrm>
          <a:off x="1950888" y="73496"/>
          <a:ext cx="1773535" cy="106412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a:t>User-Friendly Interface</a:t>
          </a:r>
          <a:endParaRPr lang="en-US" sz="1800" kern="1200"/>
        </a:p>
      </dsp:txBody>
      <dsp:txXfrm>
        <a:off x="1950888" y="73496"/>
        <a:ext cx="1773535" cy="1064121"/>
      </dsp:txXfrm>
    </dsp:sp>
    <dsp:sp modelId="{968FBFEB-E9A2-4BD6-9D9F-D86EA92DF0AC}">
      <dsp:nvSpPr>
        <dsp:cNvPr id="0" name=""/>
        <dsp:cNvSpPr/>
      </dsp:nvSpPr>
      <dsp:spPr>
        <a:xfrm>
          <a:off x="3901777" y="73496"/>
          <a:ext cx="1773535" cy="106412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a:t>Group Chats</a:t>
          </a:r>
          <a:endParaRPr lang="en-US" sz="1800" kern="1200"/>
        </a:p>
      </dsp:txBody>
      <dsp:txXfrm>
        <a:off x="3901777" y="73496"/>
        <a:ext cx="1773535" cy="1064121"/>
      </dsp:txXfrm>
    </dsp:sp>
    <dsp:sp modelId="{C403BD2D-26F7-402B-B327-2630C5EDCD6D}">
      <dsp:nvSpPr>
        <dsp:cNvPr id="0" name=""/>
        <dsp:cNvSpPr/>
      </dsp:nvSpPr>
      <dsp:spPr>
        <a:xfrm>
          <a:off x="0" y="1314971"/>
          <a:ext cx="1773535" cy="106412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a:t>No sharing of number</a:t>
          </a:r>
          <a:endParaRPr lang="en-US" sz="1800" kern="1200"/>
        </a:p>
      </dsp:txBody>
      <dsp:txXfrm>
        <a:off x="0" y="1314971"/>
        <a:ext cx="1773535" cy="1064121"/>
      </dsp:txXfrm>
    </dsp:sp>
    <dsp:sp modelId="{20B27C78-2798-448C-B279-8FDE075E9ADD}">
      <dsp:nvSpPr>
        <dsp:cNvPr id="0" name=""/>
        <dsp:cNvSpPr/>
      </dsp:nvSpPr>
      <dsp:spPr>
        <a:xfrm>
          <a:off x="1950888" y="1314971"/>
          <a:ext cx="1773535" cy="106412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a:t>Secure Sign-Up </a:t>
          </a:r>
          <a:endParaRPr lang="en-US" sz="1800" kern="1200"/>
        </a:p>
      </dsp:txBody>
      <dsp:txXfrm>
        <a:off x="1950888" y="1314971"/>
        <a:ext cx="1773535" cy="1064121"/>
      </dsp:txXfrm>
    </dsp:sp>
    <dsp:sp modelId="{5153A992-80A0-412A-B5E6-586412C33491}">
      <dsp:nvSpPr>
        <dsp:cNvPr id="0" name=""/>
        <dsp:cNvSpPr/>
      </dsp:nvSpPr>
      <dsp:spPr>
        <a:xfrm>
          <a:off x="3901777" y="1314971"/>
          <a:ext cx="1773535" cy="106412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Notifications</a:t>
          </a:r>
          <a:endParaRPr lang="en-US" sz="1800" kern="1200" dirty="0"/>
        </a:p>
      </dsp:txBody>
      <dsp:txXfrm>
        <a:off x="3901777" y="1314971"/>
        <a:ext cx="1773535" cy="1064121"/>
      </dsp:txXfrm>
    </dsp:sp>
    <dsp:sp modelId="{8143BAC3-23DD-4C91-BABF-A65949F4D059}">
      <dsp:nvSpPr>
        <dsp:cNvPr id="0" name=""/>
        <dsp:cNvSpPr/>
      </dsp:nvSpPr>
      <dsp:spPr>
        <a:xfrm>
          <a:off x="0" y="2556445"/>
          <a:ext cx="1773535" cy="106412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User Profiles</a:t>
          </a:r>
          <a:endParaRPr lang="en-US" sz="1800" kern="1200" dirty="0"/>
        </a:p>
      </dsp:txBody>
      <dsp:txXfrm>
        <a:off x="0" y="2556445"/>
        <a:ext cx="1773535" cy="1064121"/>
      </dsp:txXfrm>
    </dsp:sp>
    <dsp:sp modelId="{6FF1C9CB-8A7C-42DD-881D-66D1DD832475}">
      <dsp:nvSpPr>
        <dsp:cNvPr id="0" name=""/>
        <dsp:cNvSpPr/>
      </dsp:nvSpPr>
      <dsp:spPr>
        <a:xfrm>
          <a:off x="1950888" y="2556445"/>
          <a:ext cx="1773535" cy="106412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Search Messages</a:t>
          </a:r>
          <a:endParaRPr lang="en-US" sz="1800" kern="1200" dirty="0"/>
        </a:p>
      </dsp:txBody>
      <dsp:txXfrm>
        <a:off x="1950888" y="2556445"/>
        <a:ext cx="1773535" cy="1064121"/>
      </dsp:txXfrm>
    </dsp:sp>
    <dsp:sp modelId="{0B9E9A44-C4E5-4FE2-9E67-9FD9199576D6}">
      <dsp:nvSpPr>
        <dsp:cNvPr id="0" name=""/>
        <dsp:cNvSpPr/>
      </dsp:nvSpPr>
      <dsp:spPr>
        <a:xfrm>
          <a:off x="3901777" y="2556445"/>
          <a:ext cx="1773535" cy="106412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a:t>Privacy Controls</a:t>
          </a:r>
          <a:endParaRPr lang="en-US" sz="1800" kern="1200"/>
        </a:p>
      </dsp:txBody>
      <dsp:txXfrm>
        <a:off x="3901777" y="2556445"/>
        <a:ext cx="1773535" cy="1064121"/>
      </dsp:txXfrm>
    </dsp:sp>
    <dsp:sp modelId="{84E10FF5-61C1-4C5D-812F-FBBB414055B4}">
      <dsp:nvSpPr>
        <dsp:cNvPr id="0" name=""/>
        <dsp:cNvSpPr/>
      </dsp:nvSpPr>
      <dsp:spPr>
        <a:xfrm>
          <a:off x="0" y="3797920"/>
          <a:ext cx="1773535" cy="106412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Real-Time Updates </a:t>
          </a:r>
          <a:endParaRPr lang="en-US" sz="1800" kern="1200" dirty="0"/>
        </a:p>
      </dsp:txBody>
      <dsp:txXfrm>
        <a:off x="0" y="3797920"/>
        <a:ext cx="1773535" cy="1064121"/>
      </dsp:txXfrm>
    </dsp:sp>
    <dsp:sp modelId="{254B055D-D380-4029-9548-B29C789F389C}">
      <dsp:nvSpPr>
        <dsp:cNvPr id="0" name=""/>
        <dsp:cNvSpPr/>
      </dsp:nvSpPr>
      <dsp:spPr>
        <a:xfrm>
          <a:off x="1950888" y="3797920"/>
          <a:ext cx="1773535" cy="106412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Global Connectivity </a:t>
          </a:r>
          <a:endParaRPr lang="en-US" sz="1800" kern="1200" dirty="0"/>
        </a:p>
      </dsp:txBody>
      <dsp:txXfrm>
        <a:off x="1950888" y="3797920"/>
        <a:ext cx="1773535" cy="1064121"/>
      </dsp:txXfrm>
    </dsp:sp>
    <dsp:sp modelId="{A0B12115-62D3-4714-B11E-028F024DCC0C}">
      <dsp:nvSpPr>
        <dsp:cNvPr id="0" name=""/>
        <dsp:cNvSpPr/>
      </dsp:nvSpPr>
      <dsp:spPr>
        <a:xfrm>
          <a:off x="3901777" y="3797920"/>
          <a:ext cx="1773535" cy="106412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Efficient Communication</a:t>
          </a:r>
          <a:endParaRPr lang="en-US" sz="1800" kern="1200" dirty="0"/>
        </a:p>
      </dsp:txBody>
      <dsp:txXfrm>
        <a:off x="3901777" y="3797920"/>
        <a:ext cx="1773535" cy="1064121"/>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pPr/>
              <a:t>11/4/2023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pPr/>
              <a:t>‹#›</a:t>
            </a:fld>
            <a:endParaRPr lang="en-US"/>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0" y="0"/>
            <a:ext cx="12192000" cy="4866468"/>
          </a:xfrm>
          <a:prstGeom prst="rect">
            <a:avLst/>
          </a:prstGeom>
          <a:solidFill>
            <a:srgbClr val="418A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ctrTitle"/>
          </p:nvPr>
        </p:nvSpPr>
        <p:spPr>
          <a:xfrm>
            <a:off x="838200" y="2061006"/>
            <a:ext cx="10515600" cy="2387600"/>
          </a:xfrm>
        </p:spPr>
        <p:txBody>
          <a:bodyPr anchor="b">
            <a:normAutofit/>
          </a:bodyPr>
          <a:lstStyle>
            <a:lvl1pPr algn="l">
              <a:defRPr sz="7200" b="1">
                <a:solidFill>
                  <a:schemeClr val="bg1"/>
                </a:solidFill>
                <a:latin typeface="Calibri" pitchFamily="34" charset="0"/>
                <a:cs typeface="Calibri" pitchFamily="34" charset="0"/>
              </a:defRPr>
            </a:lvl1pPr>
          </a:lstStyle>
          <a:p>
            <a:r>
              <a:rPr lang="en-US" dirty="0"/>
              <a:t>Click to edit Master title style</a:t>
            </a:r>
          </a:p>
        </p:txBody>
      </p:sp>
      <p:sp>
        <p:nvSpPr>
          <p:cNvPr id="3" name="Subtitle 2"/>
          <p:cNvSpPr>
            <a:spLocks noGrp="1"/>
          </p:cNvSpPr>
          <p:nvPr>
            <p:ph type="subTitle" idx="1" hasCustomPrompt="1"/>
          </p:nvPr>
        </p:nvSpPr>
        <p:spPr>
          <a:xfrm>
            <a:off x="76704" y="5110609"/>
            <a:ext cx="12037454" cy="1137793"/>
          </a:xfrm>
        </p:spPr>
        <p:txBody>
          <a:bodyPr>
            <a:normAutofit/>
          </a:bodyPr>
          <a:lstStyle>
            <a:lvl1pPr marL="0" indent="0" algn="r" defTabSz="914400" rtl="0" eaLnBrk="1" latinLnBrk="0" hangingPunct="1">
              <a:lnSpc>
                <a:spcPct val="150000"/>
              </a:lnSpc>
              <a:spcBef>
                <a:spcPts val="600"/>
              </a:spcBef>
              <a:buNone/>
              <a:defRPr lang="en-US" sz="4000" b="1" kern="1200" dirty="0">
                <a:ln w="0"/>
                <a:solidFill>
                  <a:schemeClr val="tx1"/>
                </a:solidFill>
                <a:effectLst>
                  <a:outerShdw blurRad="38100" dist="25400" dir="5400000" algn="ctr" rotWithShape="0">
                    <a:srgbClr val="6E747A">
                      <a:alpha val="43000"/>
                    </a:srgbClr>
                  </a:outerShdw>
                </a:effectLst>
                <a:latin typeface="Lucida Console" panose="020B0609040504020204" pitchFamily="49"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 </a:t>
            </a:r>
          </a:p>
        </p:txBody>
      </p:sp>
      <p:sp>
        <p:nvSpPr>
          <p:cNvPr id="4" name="Date Placeholder 3"/>
          <p:cNvSpPr>
            <a:spLocks noGrp="1"/>
          </p:cNvSpPr>
          <p:nvPr>
            <p:ph type="dt" sz="half" idx="10"/>
          </p:nvPr>
        </p:nvSpPr>
        <p:spPr/>
        <p:txBody>
          <a:bodyPr/>
          <a:lstStyle/>
          <a:p>
            <a:fld id="{C3DF7939-5452-4250-8935-5DCCC8B2C14D}" type="datetime3">
              <a:rPr lang="en-US" smtClean="0"/>
              <a:pPr/>
              <a:t>4 November 2023</a:t>
            </a:fld>
            <a:endParaRPr lang="en-US"/>
          </a:p>
        </p:txBody>
      </p:sp>
      <p:sp>
        <p:nvSpPr>
          <p:cNvPr id="5" name="Footer Placeholder 4"/>
          <p:cNvSpPr>
            <a:spLocks noGrp="1"/>
          </p:cNvSpPr>
          <p:nvPr>
            <p:ph type="ftr" sz="quarter" idx="11"/>
          </p:nvPr>
        </p:nvSpPr>
        <p:spPr/>
        <p:txBody>
          <a:bodyPr/>
          <a:lstStyle>
            <a:lvl1pPr>
              <a:defRPr i="1"/>
            </a:lvl1pPr>
          </a:lstStyle>
          <a:p>
            <a:r>
              <a:rPr lang="en-US"/>
              <a:t>Department of Computer Science Engineering</a:t>
            </a:r>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a:p>
        </p:txBody>
      </p:sp>
    </p:spTree>
    <p:extLst>
      <p:ext uri="{BB962C8B-B14F-4D97-AF65-F5344CB8AC3E}">
        <p14:creationId xmlns:p14="http://schemas.microsoft.com/office/powerpoint/2010/main" val="1718549498"/>
      </p:ext>
    </p:extLst>
  </p:cSld>
  <p:clrMapOvr>
    <a:masterClrMapping/>
  </p:clrMapOvr>
  <p:transition advTm="5000">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Rectangle 6"/>
          <p:cNvSpPr/>
          <p:nvPr/>
        </p:nvSpPr>
        <p:spPr>
          <a:xfrm>
            <a:off x="0" y="4035485"/>
            <a:ext cx="12192000" cy="2822515"/>
          </a:xfrm>
          <a:prstGeom prst="rect">
            <a:avLst/>
          </a:prstGeom>
          <a:solidFill>
            <a:srgbClr val="418A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8" name="Picture 3" descr="C:\Users\Admin\Desktop\New folder (3)\PPT\AcroLogoTransparant.png"/>
          <p:cNvPicPr>
            <a:picLocks noChangeAspect="1" noChangeArrowheads="1"/>
          </p:cNvPicPr>
          <p:nvPr userDrawn="1"/>
        </p:nvPicPr>
        <p:blipFill>
          <a:blip r:embed="rId2" cstate="print"/>
          <a:srcRect/>
          <a:stretch>
            <a:fillRect/>
          </a:stretch>
        </p:blipFill>
        <p:spPr bwMode="auto">
          <a:xfrm>
            <a:off x="2353479" y="1317808"/>
            <a:ext cx="7485043" cy="1516818"/>
          </a:xfrm>
          <a:prstGeom prst="rect">
            <a:avLst/>
          </a:prstGeom>
          <a:noFill/>
        </p:spPr>
      </p:pic>
      <p:sp>
        <p:nvSpPr>
          <p:cNvPr id="10" name="Rectangle 9"/>
          <p:cNvSpPr/>
          <p:nvPr userDrawn="1"/>
        </p:nvSpPr>
        <p:spPr>
          <a:xfrm>
            <a:off x="246762" y="4621311"/>
            <a:ext cx="11698476" cy="1508105"/>
          </a:xfrm>
          <a:prstGeom prst="rect">
            <a:avLst/>
          </a:prstGeom>
          <a:noFill/>
        </p:spPr>
        <p:txBody>
          <a:bodyPr wrap="square" lIns="91440" tIns="45720" rIns="91440" bIns="45720">
            <a:spAutoFit/>
          </a:bodyPr>
          <a:lstStyle/>
          <a:p>
            <a:pPr algn="ctr"/>
            <a:r>
              <a:rPr lang="en-US" sz="4600" b="1" cap="none" spc="0" dirty="0">
                <a:ln w="10541" cmpd="sng">
                  <a:solidFill>
                    <a:schemeClr val="accent1">
                      <a:shade val="88000"/>
                      <a:satMod val="110000"/>
                    </a:schemeClr>
                  </a:solidFill>
                  <a:prstDash val="solid"/>
                </a:ln>
                <a:solidFill>
                  <a:schemeClr val="bg1"/>
                </a:solidFill>
                <a:effectLst/>
                <a:latin typeface="Arial Black" pitchFamily="34" charset="0"/>
              </a:rPr>
              <a:t>Acropolis Institute of Technology &amp; Research, Indore</a:t>
            </a:r>
          </a:p>
        </p:txBody>
      </p:sp>
      <p:sp>
        <p:nvSpPr>
          <p:cNvPr id="11" name="TextBox 10"/>
          <p:cNvSpPr txBox="1"/>
          <p:nvPr userDrawn="1"/>
        </p:nvSpPr>
        <p:spPr>
          <a:xfrm>
            <a:off x="8498541" y="6454562"/>
            <a:ext cx="3680012" cy="369332"/>
          </a:xfrm>
          <a:prstGeom prst="rect">
            <a:avLst/>
          </a:prstGeom>
          <a:noFill/>
        </p:spPr>
        <p:txBody>
          <a:bodyPr wrap="square" rtlCol="0">
            <a:spAutoFit/>
          </a:bodyPr>
          <a:lstStyle/>
          <a:p>
            <a:pPr algn="r"/>
            <a:r>
              <a:rPr lang="en-US" b="1" dirty="0"/>
              <a:t>www.acropolis.in</a:t>
            </a:r>
          </a:p>
        </p:txBody>
      </p:sp>
    </p:spTree>
    <p:extLst>
      <p:ext uri="{BB962C8B-B14F-4D97-AF65-F5344CB8AC3E}">
        <p14:creationId xmlns:p14="http://schemas.microsoft.com/office/powerpoint/2010/main" val="1718549498"/>
      </p:ext>
    </p:extLst>
  </p:cSld>
  <p:clrMapOvr>
    <a:masterClrMapping/>
  </p:clrMapOvr>
  <p:transition advTm="5000">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p:cNvSpPr/>
          <p:nvPr/>
        </p:nvSpPr>
        <p:spPr>
          <a:xfrm>
            <a:off x="0" y="0"/>
            <a:ext cx="12192000" cy="1332854"/>
          </a:xfrm>
          <a:prstGeom prst="rect">
            <a:avLst/>
          </a:prstGeom>
          <a:solidFill>
            <a:srgbClr val="418A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154546" y="0"/>
            <a:ext cx="11874322" cy="1300766"/>
          </a:xfrm>
        </p:spPr>
        <p:txBody>
          <a:bodyPr anchor="b">
            <a:normAutofit/>
          </a:bodyPr>
          <a:lstStyle>
            <a:lvl1pPr>
              <a:defRPr sz="4400" b="1">
                <a:solidFill>
                  <a:schemeClr val="bg1"/>
                </a:solidFill>
                <a:latin typeface="Calibri" pitchFamily="34" charset="0"/>
                <a:cs typeface="Calibri" pitchFamily="34" charset="0"/>
              </a:defRPr>
            </a:lvl1pPr>
          </a:lstStyle>
          <a:p>
            <a:r>
              <a:rPr lang="en-US" dirty="0"/>
              <a:t>Click to edit Master title style</a:t>
            </a:r>
          </a:p>
        </p:txBody>
      </p:sp>
      <p:sp>
        <p:nvSpPr>
          <p:cNvPr id="13" name="Date Placeholder 3"/>
          <p:cNvSpPr>
            <a:spLocks noGrp="1"/>
          </p:cNvSpPr>
          <p:nvPr>
            <p:ph type="dt" sz="half" idx="2"/>
          </p:nvPr>
        </p:nvSpPr>
        <p:spPr>
          <a:xfrm>
            <a:off x="838200" y="6562416"/>
            <a:ext cx="3200400" cy="274320"/>
          </a:xfrm>
          <a:prstGeom prst="rect">
            <a:avLst/>
          </a:prstGeom>
        </p:spPr>
        <p:txBody>
          <a:bodyPr vert="horz" lIns="91440" tIns="45720" rIns="91440" bIns="45720" rtlCol="0" anchor="ctr"/>
          <a:lstStyle>
            <a:lvl1pPr algn="l">
              <a:defRPr sz="1200">
                <a:solidFill>
                  <a:schemeClr val="tx1">
                    <a:lumMod val="95000"/>
                    <a:lumOff val="5000"/>
                  </a:schemeClr>
                </a:solidFill>
              </a:defRPr>
            </a:lvl1pPr>
          </a:lstStyle>
          <a:p>
            <a:fld id="{6B4D52C1-AC35-45F3-96F2-AA0057DDFF5B}" type="datetime3">
              <a:rPr lang="en-US" smtClean="0"/>
              <a:pPr/>
              <a:t>4 November 2023</a:t>
            </a:fld>
            <a:endParaRPr lang="en-US" dirty="0"/>
          </a:p>
        </p:txBody>
      </p:sp>
      <p:sp>
        <p:nvSpPr>
          <p:cNvPr id="14" name="Footer Placeholder 4"/>
          <p:cNvSpPr>
            <a:spLocks noGrp="1"/>
          </p:cNvSpPr>
          <p:nvPr>
            <p:ph type="ftr" sz="quarter" idx="3"/>
          </p:nvPr>
        </p:nvSpPr>
        <p:spPr>
          <a:xfrm>
            <a:off x="4288665" y="6562416"/>
            <a:ext cx="3200400" cy="274320"/>
          </a:xfrm>
          <a:prstGeom prst="rect">
            <a:avLst/>
          </a:prstGeom>
        </p:spPr>
        <p:txBody>
          <a:bodyPr vert="horz" lIns="91440" tIns="45720" rIns="91440" bIns="45720" rtlCol="0" anchor="ctr"/>
          <a:lstStyle>
            <a:lvl1pPr algn="ctr">
              <a:defRPr sz="1200">
                <a:solidFill>
                  <a:schemeClr val="tx1">
                    <a:lumMod val="95000"/>
                    <a:lumOff val="5000"/>
                  </a:schemeClr>
                </a:solidFill>
              </a:defRPr>
            </a:lvl1pPr>
          </a:lstStyle>
          <a:p>
            <a:r>
              <a:rPr lang="en-US"/>
              <a:t>Department of Computer Science Engineering</a:t>
            </a:r>
            <a:endParaRPr lang="en-US" dirty="0"/>
          </a:p>
        </p:txBody>
      </p:sp>
      <p:sp>
        <p:nvSpPr>
          <p:cNvPr id="15" name="Slide Number Placeholder 5"/>
          <p:cNvSpPr>
            <a:spLocks noGrp="1"/>
          </p:cNvSpPr>
          <p:nvPr>
            <p:ph type="sldNum" sz="quarter" idx="4"/>
          </p:nvPr>
        </p:nvSpPr>
        <p:spPr>
          <a:xfrm>
            <a:off x="8757642" y="6562416"/>
            <a:ext cx="1371600" cy="274320"/>
          </a:xfrm>
          <a:prstGeom prst="rect">
            <a:avLst/>
          </a:prstGeom>
        </p:spPr>
        <p:txBody>
          <a:bodyPr vert="horz" lIns="91440" tIns="45720" rIns="91440" bIns="45720" rtlCol="0" anchor="ctr"/>
          <a:lstStyle>
            <a:lvl1pPr algn="r">
              <a:defRPr sz="1200">
                <a:solidFill>
                  <a:schemeClr val="tx1">
                    <a:lumMod val="95000"/>
                    <a:lumOff val="5000"/>
                  </a:schemeClr>
                </a:solidFill>
              </a:defRPr>
            </a:lvl1pPr>
          </a:lstStyle>
          <a:p>
            <a:fld id="{9860EDB8-5305-433F-BE41-D7A86D811DB3}" type="slidenum">
              <a:rPr lang="en-US" smtClean="0"/>
              <a:pPr/>
              <a:t>‹#›</a:t>
            </a:fld>
            <a:endParaRPr lang="en-US" dirty="0"/>
          </a:p>
        </p:txBody>
      </p:sp>
      <p:sp>
        <p:nvSpPr>
          <p:cNvPr id="17" name="Content Placeholder 16"/>
          <p:cNvSpPr>
            <a:spLocks noGrp="1"/>
          </p:cNvSpPr>
          <p:nvPr>
            <p:ph sz="quarter" idx="10"/>
          </p:nvPr>
        </p:nvSpPr>
        <p:spPr>
          <a:xfrm>
            <a:off x="172571" y="1418447"/>
            <a:ext cx="11846859" cy="511284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85836540"/>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With Animation">
    <p:spTree>
      <p:nvGrpSpPr>
        <p:cNvPr id="1" name=""/>
        <p:cNvGrpSpPr/>
        <p:nvPr/>
      </p:nvGrpSpPr>
      <p:grpSpPr>
        <a:xfrm>
          <a:off x="0" y="0"/>
          <a:ext cx="0" cy="0"/>
          <a:chOff x="0" y="0"/>
          <a:chExt cx="0" cy="0"/>
        </a:xfrm>
      </p:grpSpPr>
      <p:sp>
        <p:nvSpPr>
          <p:cNvPr id="7" name="Rectangle 6"/>
          <p:cNvSpPr/>
          <p:nvPr/>
        </p:nvSpPr>
        <p:spPr>
          <a:xfrm>
            <a:off x="0" y="0"/>
            <a:ext cx="12192000" cy="1332854"/>
          </a:xfrm>
          <a:prstGeom prst="rect">
            <a:avLst/>
          </a:prstGeom>
          <a:solidFill>
            <a:srgbClr val="418A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154546" y="0"/>
            <a:ext cx="11874322" cy="1300766"/>
          </a:xfrm>
        </p:spPr>
        <p:txBody>
          <a:bodyPr anchor="b">
            <a:normAutofit/>
          </a:bodyPr>
          <a:lstStyle>
            <a:lvl1pPr>
              <a:defRPr sz="4400" b="1">
                <a:solidFill>
                  <a:schemeClr val="bg1"/>
                </a:solidFill>
                <a:latin typeface="Calibri" pitchFamily="34" charset="0"/>
                <a:cs typeface="Calibri" pitchFamily="34" charset="0"/>
              </a:defRPr>
            </a:lvl1pPr>
          </a:lstStyle>
          <a:p>
            <a:r>
              <a:rPr lang="en-US" dirty="0"/>
              <a:t>Click to edit Master title style</a:t>
            </a:r>
          </a:p>
        </p:txBody>
      </p:sp>
      <p:sp>
        <p:nvSpPr>
          <p:cNvPr id="13" name="Date Placeholder 3"/>
          <p:cNvSpPr>
            <a:spLocks noGrp="1"/>
          </p:cNvSpPr>
          <p:nvPr>
            <p:ph type="dt" sz="half" idx="2"/>
          </p:nvPr>
        </p:nvSpPr>
        <p:spPr>
          <a:xfrm>
            <a:off x="838200" y="6562416"/>
            <a:ext cx="3200400" cy="274320"/>
          </a:xfrm>
          <a:prstGeom prst="rect">
            <a:avLst/>
          </a:prstGeom>
        </p:spPr>
        <p:txBody>
          <a:bodyPr vert="horz" lIns="91440" tIns="45720" rIns="91440" bIns="45720" rtlCol="0" anchor="ctr"/>
          <a:lstStyle>
            <a:lvl1pPr algn="l">
              <a:defRPr sz="1200">
                <a:solidFill>
                  <a:schemeClr val="tx1">
                    <a:lumMod val="95000"/>
                    <a:lumOff val="5000"/>
                  </a:schemeClr>
                </a:solidFill>
              </a:defRPr>
            </a:lvl1pPr>
          </a:lstStyle>
          <a:p>
            <a:fld id="{BD3373F7-2FB4-4C26-9892-F1445C0D5D57}" type="datetime3">
              <a:rPr lang="en-US" smtClean="0"/>
              <a:pPr/>
              <a:t>4 November 2023</a:t>
            </a:fld>
            <a:endParaRPr lang="en-US" dirty="0"/>
          </a:p>
        </p:txBody>
      </p:sp>
      <p:sp>
        <p:nvSpPr>
          <p:cNvPr id="14" name="Footer Placeholder 4"/>
          <p:cNvSpPr>
            <a:spLocks noGrp="1"/>
          </p:cNvSpPr>
          <p:nvPr>
            <p:ph type="ftr" sz="quarter" idx="3"/>
          </p:nvPr>
        </p:nvSpPr>
        <p:spPr>
          <a:xfrm>
            <a:off x="4288665" y="6562416"/>
            <a:ext cx="3200400" cy="274320"/>
          </a:xfrm>
          <a:prstGeom prst="rect">
            <a:avLst/>
          </a:prstGeom>
        </p:spPr>
        <p:txBody>
          <a:bodyPr vert="horz" lIns="91440" tIns="45720" rIns="91440" bIns="45720" rtlCol="0" anchor="ctr"/>
          <a:lstStyle>
            <a:lvl1pPr algn="ctr">
              <a:defRPr sz="1200">
                <a:solidFill>
                  <a:schemeClr val="tx1">
                    <a:lumMod val="95000"/>
                    <a:lumOff val="5000"/>
                  </a:schemeClr>
                </a:solidFill>
              </a:defRPr>
            </a:lvl1pPr>
          </a:lstStyle>
          <a:p>
            <a:r>
              <a:rPr lang="en-US"/>
              <a:t>Department of Computer Science Engineering</a:t>
            </a:r>
            <a:endParaRPr lang="en-US" dirty="0"/>
          </a:p>
        </p:txBody>
      </p:sp>
      <p:sp>
        <p:nvSpPr>
          <p:cNvPr id="15" name="Slide Number Placeholder 5"/>
          <p:cNvSpPr>
            <a:spLocks noGrp="1"/>
          </p:cNvSpPr>
          <p:nvPr>
            <p:ph type="sldNum" sz="quarter" idx="4"/>
          </p:nvPr>
        </p:nvSpPr>
        <p:spPr>
          <a:xfrm>
            <a:off x="8757642" y="6562416"/>
            <a:ext cx="1371600" cy="274320"/>
          </a:xfrm>
          <a:prstGeom prst="rect">
            <a:avLst/>
          </a:prstGeom>
        </p:spPr>
        <p:txBody>
          <a:bodyPr vert="horz" lIns="91440" tIns="45720" rIns="91440" bIns="45720" rtlCol="0" anchor="ctr"/>
          <a:lstStyle>
            <a:lvl1pPr algn="r">
              <a:defRPr sz="1200">
                <a:solidFill>
                  <a:schemeClr val="tx1">
                    <a:lumMod val="95000"/>
                    <a:lumOff val="5000"/>
                  </a:schemeClr>
                </a:solidFill>
              </a:defRPr>
            </a:lvl1pPr>
          </a:lstStyle>
          <a:p>
            <a:fld id="{9860EDB8-5305-433F-BE41-D7A86D811DB3}" type="slidenum">
              <a:rPr lang="en-US" smtClean="0"/>
              <a:pPr/>
              <a:t>‹#›</a:t>
            </a:fld>
            <a:endParaRPr lang="en-US" dirty="0"/>
          </a:p>
        </p:txBody>
      </p:sp>
      <p:sp>
        <p:nvSpPr>
          <p:cNvPr id="17" name="Content Placeholder 16"/>
          <p:cNvSpPr>
            <a:spLocks noGrp="1"/>
          </p:cNvSpPr>
          <p:nvPr>
            <p:ph sz="quarter" idx="10"/>
          </p:nvPr>
        </p:nvSpPr>
        <p:spPr>
          <a:xfrm>
            <a:off x="172571" y="1418447"/>
            <a:ext cx="11846859" cy="511284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858365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wipe(down)">
                                      <p:cBhvr>
                                        <p:cTn id="7" dur="500"/>
                                        <p:tgtEl>
                                          <p:spTgt spid="17">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7">
                                            <p:txEl>
                                              <p:pRg st="1" end="1"/>
                                            </p:txEl>
                                          </p:spTgt>
                                        </p:tgtEl>
                                        <p:attrNameLst>
                                          <p:attrName>style.visibility</p:attrName>
                                        </p:attrNameLst>
                                      </p:cBhvr>
                                      <p:to>
                                        <p:strVal val="visible"/>
                                      </p:to>
                                    </p:set>
                                    <p:animEffect transition="in" filter="wipe(down)">
                                      <p:cBhvr>
                                        <p:cTn id="10" dur="500"/>
                                        <p:tgtEl>
                                          <p:spTgt spid="17">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7">
                                            <p:txEl>
                                              <p:pRg st="2" end="2"/>
                                            </p:txEl>
                                          </p:spTgt>
                                        </p:tgtEl>
                                        <p:attrNameLst>
                                          <p:attrName>style.visibility</p:attrName>
                                        </p:attrNameLst>
                                      </p:cBhvr>
                                      <p:to>
                                        <p:strVal val="visible"/>
                                      </p:to>
                                    </p:set>
                                    <p:animEffect transition="in" filter="wipe(down)">
                                      <p:cBhvr>
                                        <p:cTn id="13" dur="500"/>
                                        <p:tgtEl>
                                          <p:spTgt spid="17">
                                            <p:txEl>
                                              <p:pRg st="2" end="2"/>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7">
                                            <p:txEl>
                                              <p:pRg st="3" end="3"/>
                                            </p:txEl>
                                          </p:spTgt>
                                        </p:tgtEl>
                                        <p:attrNameLst>
                                          <p:attrName>style.visibility</p:attrName>
                                        </p:attrNameLst>
                                      </p:cBhvr>
                                      <p:to>
                                        <p:strVal val="visible"/>
                                      </p:to>
                                    </p:set>
                                    <p:animEffect transition="in" filter="wipe(down)">
                                      <p:cBhvr>
                                        <p:cTn id="16" dur="500"/>
                                        <p:tgtEl>
                                          <p:spTgt spid="17">
                                            <p:txEl>
                                              <p:pRg st="3" end="3"/>
                                            </p:tx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7">
                                            <p:txEl>
                                              <p:pRg st="4" end="4"/>
                                            </p:txEl>
                                          </p:spTgt>
                                        </p:tgtEl>
                                        <p:attrNameLst>
                                          <p:attrName>style.visibility</p:attrName>
                                        </p:attrNameLst>
                                      </p:cBhvr>
                                      <p:to>
                                        <p:strVal val="visible"/>
                                      </p:to>
                                    </p:set>
                                    <p:animEffect transition="in" filter="wipe(down)">
                                      <p:cBhvr>
                                        <p:cTn id="19" dur="500"/>
                                        <p:tgtEl>
                                          <p:spTgt spid="1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tmplLst>
          <p:tmpl lvl="1">
            <p:tnLst>
              <p:par>
                <p:cTn presetID="22" presetClass="entr" presetSubtype="4" fill="hold" nodeType="click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wipe(down)">
                      <p:cBhvr>
                        <p:cTn dur="500"/>
                        <p:tgtEl>
                          <p:spTgt spid="17"/>
                        </p:tgtEl>
                      </p:cBhvr>
                    </p:animEffect>
                  </p:childTnLst>
                </p:cTn>
              </p:par>
            </p:tnLst>
          </p:tmpl>
          <p:tmpl lvl="2">
            <p:tnLst>
              <p:par>
                <p:cTn presetID="22" presetClass="entr" presetSubtype="4" fill="hold" nodeType="with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wipe(down)">
                      <p:cBhvr>
                        <p:cTn dur="500"/>
                        <p:tgtEl>
                          <p:spTgt spid="17"/>
                        </p:tgtEl>
                      </p:cBhvr>
                    </p:animEffect>
                  </p:childTnLst>
                </p:cTn>
              </p:par>
            </p:tnLst>
          </p:tmpl>
          <p:tmpl lvl="3">
            <p:tnLst>
              <p:par>
                <p:cTn presetID="22" presetClass="entr" presetSubtype="4" fill="hold" nodeType="with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wipe(down)">
                      <p:cBhvr>
                        <p:cTn dur="500"/>
                        <p:tgtEl>
                          <p:spTgt spid="17"/>
                        </p:tgtEl>
                      </p:cBhvr>
                    </p:animEffect>
                  </p:childTnLst>
                </p:cTn>
              </p:par>
            </p:tnLst>
          </p:tmpl>
          <p:tmpl lvl="4">
            <p:tnLst>
              <p:par>
                <p:cTn presetID="22" presetClass="entr" presetSubtype="4" fill="hold" nodeType="with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wipe(down)">
                      <p:cBhvr>
                        <p:cTn dur="500"/>
                        <p:tgtEl>
                          <p:spTgt spid="17"/>
                        </p:tgtEl>
                      </p:cBhvr>
                    </p:animEffect>
                  </p:childTnLst>
                </p:cTn>
              </p:par>
            </p:tnLst>
          </p:tmpl>
          <p:tmpl lvl="5">
            <p:tnLst>
              <p:par>
                <p:cTn presetID="22" presetClass="entr" presetSubtype="4" fill="hold" nodeType="with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wipe(down)">
                      <p:cBhvr>
                        <p:cTn dur="500"/>
                        <p:tgtEl>
                          <p:spTgt spid="17"/>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7" name="Rectangle 6"/>
          <p:cNvSpPr/>
          <p:nvPr/>
        </p:nvSpPr>
        <p:spPr>
          <a:xfrm>
            <a:off x="0" y="0"/>
            <a:ext cx="12192000" cy="1332854"/>
          </a:xfrm>
          <a:prstGeom prst="rect">
            <a:avLst/>
          </a:prstGeom>
          <a:solidFill>
            <a:srgbClr val="418A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154546" y="0"/>
            <a:ext cx="11874322" cy="1300766"/>
          </a:xfrm>
        </p:spPr>
        <p:txBody>
          <a:bodyPr anchor="b">
            <a:normAutofit/>
          </a:bodyPr>
          <a:lstStyle>
            <a:lvl1pPr>
              <a:defRPr sz="4400" b="1">
                <a:solidFill>
                  <a:schemeClr val="bg1"/>
                </a:solidFill>
                <a:latin typeface="Calibri" pitchFamily="34" charset="0"/>
                <a:cs typeface="Calibri" pitchFamily="34" charset="0"/>
              </a:defRPr>
            </a:lvl1pPr>
          </a:lstStyle>
          <a:p>
            <a:r>
              <a:rPr lang="en-US" dirty="0"/>
              <a:t>Click to edit Master title style</a:t>
            </a:r>
          </a:p>
        </p:txBody>
      </p:sp>
      <p:sp>
        <p:nvSpPr>
          <p:cNvPr id="13" name="Date Placeholder 3"/>
          <p:cNvSpPr>
            <a:spLocks noGrp="1"/>
          </p:cNvSpPr>
          <p:nvPr>
            <p:ph type="dt" sz="half" idx="2"/>
          </p:nvPr>
        </p:nvSpPr>
        <p:spPr>
          <a:xfrm>
            <a:off x="838200" y="6562416"/>
            <a:ext cx="3200400" cy="274320"/>
          </a:xfrm>
          <a:prstGeom prst="rect">
            <a:avLst/>
          </a:prstGeom>
        </p:spPr>
        <p:txBody>
          <a:bodyPr vert="horz" lIns="91440" tIns="45720" rIns="91440" bIns="45720" rtlCol="0" anchor="ctr"/>
          <a:lstStyle>
            <a:lvl1pPr algn="l">
              <a:defRPr sz="1200">
                <a:solidFill>
                  <a:schemeClr val="tx1">
                    <a:lumMod val="95000"/>
                    <a:lumOff val="5000"/>
                  </a:schemeClr>
                </a:solidFill>
              </a:defRPr>
            </a:lvl1pPr>
          </a:lstStyle>
          <a:p>
            <a:fld id="{C79B5758-A1D1-4333-BA9B-F81B704585F2}" type="datetime3">
              <a:rPr lang="en-US" smtClean="0"/>
              <a:pPr/>
              <a:t>4 November 2023</a:t>
            </a:fld>
            <a:endParaRPr lang="en-US" dirty="0"/>
          </a:p>
        </p:txBody>
      </p:sp>
      <p:sp>
        <p:nvSpPr>
          <p:cNvPr id="14" name="Footer Placeholder 4"/>
          <p:cNvSpPr>
            <a:spLocks noGrp="1"/>
          </p:cNvSpPr>
          <p:nvPr>
            <p:ph type="ftr" sz="quarter" idx="3"/>
          </p:nvPr>
        </p:nvSpPr>
        <p:spPr>
          <a:xfrm>
            <a:off x="4288665" y="6562416"/>
            <a:ext cx="3200400" cy="274320"/>
          </a:xfrm>
          <a:prstGeom prst="rect">
            <a:avLst/>
          </a:prstGeom>
        </p:spPr>
        <p:txBody>
          <a:bodyPr vert="horz" lIns="91440" tIns="45720" rIns="91440" bIns="45720" rtlCol="0" anchor="ctr"/>
          <a:lstStyle>
            <a:lvl1pPr algn="ctr">
              <a:defRPr sz="1200">
                <a:solidFill>
                  <a:schemeClr val="tx1">
                    <a:lumMod val="95000"/>
                    <a:lumOff val="5000"/>
                  </a:schemeClr>
                </a:solidFill>
              </a:defRPr>
            </a:lvl1pPr>
          </a:lstStyle>
          <a:p>
            <a:r>
              <a:rPr lang="en-US"/>
              <a:t>Department of Computer Science Engineering</a:t>
            </a:r>
            <a:endParaRPr lang="en-US" dirty="0"/>
          </a:p>
        </p:txBody>
      </p:sp>
      <p:sp>
        <p:nvSpPr>
          <p:cNvPr id="15" name="Slide Number Placeholder 5"/>
          <p:cNvSpPr>
            <a:spLocks noGrp="1"/>
          </p:cNvSpPr>
          <p:nvPr>
            <p:ph type="sldNum" sz="quarter" idx="4"/>
          </p:nvPr>
        </p:nvSpPr>
        <p:spPr>
          <a:xfrm>
            <a:off x="8757642" y="6562416"/>
            <a:ext cx="1371600" cy="274320"/>
          </a:xfrm>
          <a:prstGeom prst="rect">
            <a:avLst/>
          </a:prstGeom>
        </p:spPr>
        <p:txBody>
          <a:bodyPr vert="horz" lIns="91440" tIns="45720" rIns="91440" bIns="45720" rtlCol="0" anchor="ctr"/>
          <a:lstStyle>
            <a:lvl1pPr algn="r">
              <a:defRPr sz="1200">
                <a:solidFill>
                  <a:schemeClr val="tx1">
                    <a:lumMod val="95000"/>
                    <a:lumOff val="5000"/>
                  </a:schemeClr>
                </a:solidFill>
              </a:defRPr>
            </a:lvl1pPr>
          </a:lstStyle>
          <a:p>
            <a:fld id="{9860EDB8-5305-433F-BE41-D7A86D811DB3}" type="slidenum">
              <a:rPr lang="en-US" smtClean="0"/>
              <a:pPr/>
              <a:t>‹#›</a:t>
            </a:fld>
            <a:endParaRPr lang="en-US"/>
          </a:p>
        </p:txBody>
      </p:sp>
      <p:sp>
        <p:nvSpPr>
          <p:cNvPr id="17" name="Content Placeholder 16"/>
          <p:cNvSpPr>
            <a:spLocks noGrp="1"/>
          </p:cNvSpPr>
          <p:nvPr>
            <p:ph sz="quarter" idx="10"/>
          </p:nvPr>
        </p:nvSpPr>
        <p:spPr>
          <a:xfrm>
            <a:off x="172571" y="1418447"/>
            <a:ext cx="11846859" cy="5112846"/>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85836540"/>
      </p:ext>
    </p:extLst>
  </p:cSld>
  <p:clrMapOvr>
    <a:masterClrMapping/>
  </p:clrMapOvr>
  <p:transition advTm="5000">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5656882" y="1709738"/>
            <a:ext cx="6535119" cy="3575184"/>
          </a:xfrm>
          <a:prstGeom prst="rect">
            <a:avLst/>
          </a:prstGeom>
          <a:solidFill>
            <a:srgbClr val="418A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838201" y="2402238"/>
            <a:ext cx="4508715" cy="2187227"/>
          </a:xfrm>
        </p:spPr>
        <p:txBody>
          <a:bodyPr anchor="ctr">
            <a:normAutofit/>
          </a:bodyPr>
          <a:lstStyle>
            <a:lvl1pPr algn="l">
              <a:defRPr lang="en-US" sz="4400" b="1" kern="1200" dirty="0">
                <a:ln w="0"/>
                <a:solidFill>
                  <a:schemeClr val="tx1"/>
                </a:solidFill>
                <a:effectLst>
                  <a:outerShdw blurRad="38100" dist="25400" dir="5400000" algn="ctr" rotWithShape="0">
                    <a:srgbClr val="6E747A">
                      <a:alpha val="43000"/>
                    </a:srgbClr>
                  </a:outerShdw>
                </a:effectLst>
                <a:latin typeface="Lucida Console" panose="020B0609040504020204" pitchFamily="49" charset="0"/>
                <a:ea typeface="+mn-ea"/>
                <a:cs typeface="+mn-cs"/>
              </a:defRPr>
            </a:lvl1pPr>
          </a:lstStyle>
          <a:p>
            <a:r>
              <a:rPr lang="en-US" dirty="0"/>
              <a:t>Click to edit Master title style</a:t>
            </a:r>
          </a:p>
        </p:txBody>
      </p:sp>
      <p:sp>
        <p:nvSpPr>
          <p:cNvPr id="3" name="Text Placeholder 2"/>
          <p:cNvSpPr>
            <a:spLocks noGrp="1"/>
          </p:cNvSpPr>
          <p:nvPr>
            <p:ph type="body" idx="1"/>
          </p:nvPr>
        </p:nvSpPr>
        <p:spPr>
          <a:xfrm>
            <a:off x="6323308" y="2402237"/>
            <a:ext cx="5269424" cy="2187226"/>
          </a:xfrm>
        </p:spPr>
        <p:txBody>
          <a:bodyPr anchor="ctr">
            <a:normAutofit/>
          </a:bodyPr>
          <a:lstStyle>
            <a:lvl1pPr marL="0" indent="0" algn="l">
              <a:lnSpc>
                <a:spcPct val="150000"/>
              </a:lnSpc>
              <a:buNone/>
              <a:defRPr sz="4400" b="1">
                <a:solidFill>
                  <a:schemeClr val="bg1"/>
                </a:solidFill>
                <a:latin typeface="Calibri" pitchFamily="34" charset="0"/>
                <a:cs typeface="Calibri" pitchFamily="34" charset="0"/>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dirty="0"/>
              <a:t>Click to edit Master text styles</a:t>
            </a:r>
          </a:p>
        </p:txBody>
      </p:sp>
      <p:sp>
        <p:nvSpPr>
          <p:cNvPr id="4" name="Date Placeholder 3"/>
          <p:cNvSpPr>
            <a:spLocks noGrp="1"/>
          </p:cNvSpPr>
          <p:nvPr>
            <p:ph type="dt" sz="half" idx="10"/>
          </p:nvPr>
        </p:nvSpPr>
        <p:spPr/>
        <p:txBody>
          <a:bodyPr/>
          <a:lstStyle/>
          <a:p>
            <a:fld id="{522BC3AE-555A-44D4-9802-B795AD814DC9}" type="datetime3">
              <a:rPr lang="en-US" smtClean="0"/>
              <a:pPr/>
              <a:t>4 November 2023</a:t>
            </a:fld>
            <a:endParaRPr lang="en-US"/>
          </a:p>
        </p:txBody>
      </p:sp>
      <p:sp>
        <p:nvSpPr>
          <p:cNvPr id="5" name="Footer Placeholder 4"/>
          <p:cNvSpPr>
            <a:spLocks noGrp="1"/>
          </p:cNvSpPr>
          <p:nvPr>
            <p:ph type="ftr" sz="quarter" idx="11"/>
          </p:nvPr>
        </p:nvSpPr>
        <p:spPr/>
        <p:txBody>
          <a:bodyPr/>
          <a:lstStyle/>
          <a:p>
            <a:r>
              <a:rPr lang="en-US"/>
              <a:t>Department of Computer Science Engineering</a:t>
            </a:r>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a:p>
        </p:txBody>
      </p:sp>
    </p:spTree>
    <p:extLst>
      <p:ext uri="{BB962C8B-B14F-4D97-AF65-F5344CB8AC3E}">
        <p14:creationId xmlns:p14="http://schemas.microsoft.com/office/powerpoint/2010/main" val="1335655537"/>
      </p:ext>
    </p:extLst>
  </p:cSld>
  <p:clrMapOvr>
    <a:masterClrMapping/>
  </p:clrMapOvr>
  <p:transition advTm="5000">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Rectangle 7"/>
          <p:cNvSpPr/>
          <p:nvPr/>
        </p:nvSpPr>
        <p:spPr>
          <a:xfrm>
            <a:off x="0" y="0"/>
            <a:ext cx="12192000" cy="1332854"/>
          </a:xfrm>
          <a:prstGeom prst="rect">
            <a:avLst/>
          </a:prstGeom>
          <a:solidFill>
            <a:srgbClr val="418A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Date Placeholder 4"/>
          <p:cNvSpPr>
            <a:spLocks noGrp="1"/>
          </p:cNvSpPr>
          <p:nvPr>
            <p:ph type="dt" sz="half" idx="10"/>
          </p:nvPr>
        </p:nvSpPr>
        <p:spPr/>
        <p:txBody>
          <a:bodyPr/>
          <a:lstStyle/>
          <a:p>
            <a:fld id="{B82A71E4-40FC-4C42-99FA-437E5C3E99F2}" type="datetime3">
              <a:rPr lang="en-US" smtClean="0"/>
              <a:pPr/>
              <a:t>4 November 2023</a:t>
            </a:fld>
            <a:endParaRPr lang="en-US"/>
          </a:p>
        </p:txBody>
      </p:sp>
      <p:sp>
        <p:nvSpPr>
          <p:cNvPr id="6" name="Footer Placeholder 5"/>
          <p:cNvSpPr>
            <a:spLocks noGrp="1"/>
          </p:cNvSpPr>
          <p:nvPr>
            <p:ph type="ftr" sz="quarter" idx="11"/>
          </p:nvPr>
        </p:nvSpPr>
        <p:spPr/>
        <p:txBody>
          <a:bodyPr/>
          <a:lstStyle/>
          <a:p>
            <a:r>
              <a:rPr lang="en-US"/>
              <a:t>Department of Computer Science Engineering</a:t>
            </a:r>
          </a:p>
        </p:txBody>
      </p:sp>
      <p:sp>
        <p:nvSpPr>
          <p:cNvPr id="7" name="Slide Number Placeholder 6"/>
          <p:cNvSpPr>
            <a:spLocks noGrp="1"/>
          </p:cNvSpPr>
          <p:nvPr>
            <p:ph type="sldNum" sz="quarter" idx="12"/>
          </p:nvPr>
        </p:nvSpPr>
        <p:spPr/>
        <p:txBody>
          <a:bodyPr/>
          <a:lstStyle/>
          <a:p>
            <a:fld id="{9860EDB8-5305-433F-BE41-D7A86D811DB3}" type="slidenum">
              <a:rPr lang="en-US" smtClean="0"/>
              <a:pPr/>
              <a:t>‹#›</a:t>
            </a:fld>
            <a:endParaRPr lang="en-US"/>
          </a:p>
        </p:txBody>
      </p:sp>
      <p:sp>
        <p:nvSpPr>
          <p:cNvPr id="11" name="Title 1"/>
          <p:cNvSpPr>
            <a:spLocks noGrp="1"/>
          </p:cNvSpPr>
          <p:nvPr>
            <p:ph type="title"/>
          </p:nvPr>
        </p:nvSpPr>
        <p:spPr>
          <a:xfrm>
            <a:off x="154546" y="0"/>
            <a:ext cx="11874322" cy="1300766"/>
          </a:xfrm>
        </p:spPr>
        <p:txBody>
          <a:bodyPr anchor="b">
            <a:normAutofit/>
          </a:bodyPr>
          <a:lstStyle>
            <a:lvl1pPr>
              <a:defRPr sz="4400" b="1">
                <a:solidFill>
                  <a:schemeClr val="bg1"/>
                </a:solidFill>
                <a:latin typeface="Calibri" pitchFamily="34" charset="0"/>
                <a:cs typeface="Calibri" pitchFamily="34" charset="0"/>
              </a:defRPr>
            </a:lvl1pPr>
          </a:lstStyle>
          <a:p>
            <a:r>
              <a:rPr lang="en-US" dirty="0"/>
              <a:t>Click to edit Master title style</a:t>
            </a:r>
          </a:p>
        </p:txBody>
      </p:sp>
      <p:sp>
        <p:nvSpPr>
          <p:cNvPr id="10" name="Content Placeholder 9"/>
          <p:cNvSpPr>
            <a:spLocks noGrp="1"/>
          </p:cNvSpPr>
          <p:nvPr>
            <p:ph sz="quarter" idx="13"/>
          </p:nvPr>
        </p:nvSpPr>
        <p:spPr>
          <a:xfrm>
            <a:off x="255307" y="1546225"/>
            <a:ext cx="5675313" cy="4935538"/>
          </a:xfrm>
        </p:spPr>
        <p:txBody>
          <a:bodyPr/>
          <a:lstStyle>
            <a:lvl1pPr algn="l">
              <a:defRPr/>
            </a:lvl1pPr>
            <a:lvl2pPr algn="l">
              <a:defRPr/>
            </a:lvl2pPr>
            <a:lvl3pPr algn="l">
              <a:defRPr/>
            </a:lvl3pPr>
            <a:lvl4pPr algn="l">
              <a:defRPr/>
            </a:lvl4pPr>
            <a:lvl5pPr algn="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9"/>
          <p:cNvSpPr>
            <a:spLocks noGrp="1"/>
          </p:cNvSpPr>
          <p:nvPr>
            <p:ph sz="quarter" idx="14"/>
          </p:nvPr>
        </p:nvSpPr>
        <p:spPr>
          <a:xfrm>
            <a:off x="6257152" y="1550708"/>
            <a:ext cx="5675313" cy="4935538"/>
          </a:xfrm>
        </p:spPr>
        <p:txBody>
          <a:bodyPr/>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28223887"/>
      </p:ext>
    </p:extLst>
  </p:cSld>
  <p:clrMapOvr>
    <a:masterClrMapping/>
  </p:clrMapOvr>
  <p:transition advTm="5000">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 name="Rectangle 9"/>
          <p:cNvSpPr/>
          <p:nvPr userDrawn="1"/>
        </p:nvSpPr>
        <p:spPr>
          <a:xfrm>
            <a:off x="0" y="0"/>
            <a:ext cx="12192000" cy="1332854"/>
          </a:xfrm>
          <a:prstGeom prst="rect">
            <a:avLst/>
          </a:prstGeom>
          <a:solidFill>
            <a:srgbClr val="418A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Text Placeholder 2"/>
          <p:cNvSpPr>
            <a:spLocks noGrp="1"/>
          </p:cNvSpPr>
          <p:nvPr>
            <p:ph type="body" idx="1"/>
          </p:nvPr>
        </p:nvSpPr>
        <p:spPr>
          <a:xfrm>
            <a:off x="268942" y="1489075"/>
            <a:ext cx="5661212" cy="641350"/>
          </a:xfrm>
        </p:spPr>
        <p:txBody>
          <a:bodyPr anchor="b">
            <a:normAutofit/>
          </a:bodyPr>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p:cNvSpPr>
            <a:spLocks noGrp="1"/>
          </p:cNvSpPr>
          <p:nvPr>
            <p:ph type="body" sz="quarter" idx="3"/>
          </p:nvPr>
        </p:nvSpPr>
        <p:spPr>
          <a:xfrm>
            <a:off x="6243452" y="1489075"/>
            <a:ext cx="5670642" cy="641350"/>
          </a:xfrm>
        </p:spPr>
        <p:txBody>
          <a:bodyPr anchor="b">
            <a:normAutofit/>
          </a:bodyPr>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Date Placeholder 6"/>
          <p:cNvSpPr>
            <a:spLocks noGrp="1"/>
          </p:cNvSpPr>
          <p:nvPr>
            <p:ph type="dt" sz="half" idx="10"/>
          </p:nvPr>
        </p:nvSpPr>
        <p:spPr/>
        <p:txBody>
          <a:bodyPr/>
          <a:lstStyle/>
          <a:p>
            <a:fld id="{3F5FDABC-D267-49C7-83F3-562CC21C6A50}" type="datetime3">
              <a:rPr lang="en-US" smtClean="0"/>
              <a:pPr/>
              <a:t>4 November 2023</a:t>
            </a:fld>
            <a:endParaRPr lang="en-US"/>
          </a:p>
        </p:txBody>
      </p:sp>
      <p:sp>
        <p:nvSpPr>
          <p:cNvPr id="8" name="Footer Placeholder 7"/>
          <p:cNvSpPr>
            <a:spLocks noGrp="1"/>
          </p:cNvSpPr>
          <p:nvPr>
            <p:ph type="ftr" sz="quarter" idx="11"/>
          </p:nvPr>
        </p:nvSpPr>
        <p:spPr/>
        <p:txBody>
          <a:bodyPr/>
          <a:lstStyle/>
          <a:p>
            <a:r>
              <a:rPr lang="en-US"/>
              <a:t>Department of Computer Science Engineering</a:t>
            </a:r>
          </a:p>
        </p:txBody>
      </p:sp>
      <p:sp>
        <p:nvSpPr>
          <p:cNvPr id="9" name="Slide Number Placeholder 8"/>
          <p:cNvSpPr>
            <a:spLocks noGrp="1"/>
          </p:cNvSpPr>
          <p:nvPr>
            <p:ph type="sldNum" sz="quarter" idx="12"/>
          </p:nvPr>
        </p:nvSpPr>
        <p:spPr/>
        <p:txBody>
          <a:bodyPr/>
          <a:lstStyle/>
          <a:p>
            <a:fld id="{9860EDB8-5305-433F-BE41-D7A86D811DB3}" type="slidenum">
              <a:rPr lang="en-US" smtClean="0"/>
              <a:pPr/>
              <a:t>‹#›</a:t>
            </a:fld>
            <a:endParaRPr lang="en-US"/>
          </a:p>
        </p:txBody>
      </p:sp>
      <p:sp>
        <p:nvSpPr>
          <p:cNvPr id="15" name="Title 1"/>
          <p:cNvSpPr>
            <a:spLocks noGrp="1"/>
          </p:cNvSpPr>
          <p:nvPr>
            <p:ph type="title"/>
          </p:nvPr>
        </p:nvSpPr>
        <p:spPr>
          <a:xfrm>
            <a:off x="154546" y="0"/>
            <a:ext cx="11874322" cy="1300766"/>
          </a:xfrm>
        </p:spPr>
        <p:txBody>
          <a:bodyPr anchor="b">
            <a:normAutofit/>
          </a:bodyPr>
          <a:lstStyle>
            <a:lvl1pPr>
              <a:defRPr sz="4400" b="1">
                <a:solidFill>
                  <a:schemeClr val="bg1"/>
                </a:solidFill>
                <a:latin typeface="Calibri" pitchFamily="34" charset="0"/>
                <a:cs typeface="Calibri" pitchFamily="34" charset="0"/>
              </a:defRPr>
            </a:lvl1pPr>
          </a:lstStyle>
          <a:p>
            <a:r>
              <a:rPr lang="en-US" dirty="0"/>
              <a:t>Click to edit Master title style</a:t>
            </a:r>
          </a:p>
        </p:txBody>
      </p:sp>
      <p:sp>
        <p:nvSpPr>
          <p:cNvPr id="11" name="Content Placeholder 9"/>
          <p:cNvSpPr>
            <a:spLocks noGrp="1"/>
          </p:cNvSpPr>
          <p:nvPr>
            <p:ph sz="quarter" idx="13"/>
          </p:nvPr>
        </p:nvSpPr>
        <p:spPr>
          <a:xfrm>
            <a:off x="255307" y="2218765"/>
            <a:ext cx="5675313" cy="4262998"/>
          </a:xfrm>
        </p:spPr>
        <p:txBody>
          <a:bodyPr/>
          <a:lstStyle>
            <a:lvl1pPr algn="l">
              <a:defRPr/>
            </a:lvl1pPr>
            <a:lvl2pPr algn="l">
              <a:defRPr/>
            </a:lvl2pPr>
            <a:lvl3pPr algn="l">
              <a:defRPr/>
            </a:lvl3pPr>
            <a:lvl4pPr algn="l">
              <a:defRPr/>
            </a:lvl4pPr>
            <a:lvl5pPr algn="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9"/>
          <p:cNvSpPr>
            <a:spLocks noGrp="1"/>
          </p:cNvSpPr>
          <p:nvPr>
            <p:ph sz="quarter" idx="14"/>
          </p:nvPr>
        </p:nvSpPr>
        <p:spPr>
          <a:xfrm>
            <a:off x="6257152" y="2223248"/>
            <a:ext cx="5675313" cy="4262998"/>
          </a:xfrm>
        </p:spPr>
        <p:txBody>
          <a:bodyPr/>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06029816"/>
      </p:ext>
    </p:extLst>
  </p:cSld>
  <p:clrMapOvr>
    <a:masterClrMapping/>
  </p:clrMapOvr>
  <p:transition advTm="5000">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Rectangle 5"/>
          <p:cNvSpPr/>
          <p:nvPr/>
        </p:nvSpPr>
        <p:spPr>
          <a:xfrm>
            <a:off x="0" y="0"/>
            <a:ext cx="12192000" cy="1332854"/>
          </a:xfrm>
          <a:prstGeom prst="rect">
            <a:avLst/>
          </a:prstGeom>
          <a:solidFill>
            <a:srgbClr val="418A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Date Placeholder 2"/>
          <p:cNvSpPr>
            <a:spLocks noGrp="1"/>
          </p:cNvSpPr>
          <p:nvPr>
            <p:ph type="dt" sz="half" idx="10"/>
          </p:nvPr>
        </p:nvSpPr>
        <p:spPr/>
        <p:txBody>
          <a:bodyPr/>
          <a:lstStyle/>
          <a:p>
            <a:fld id="{9E58F4D8-52B1-4FD0-BBFA-291FFED02CD6}" type="datetime3">
              <a:rPr lang="en-US" smtClean="0"/>
              <a:pPr/>
              <a:t>4 November 2023</a:t>
            </a:fld>
            <a:endParaRPr lang="en-US"/>
          </a:p>
        </p:txBody>
      </p:sp>
      <p:sp>
        <p:nvSpPr>
          <p:cNvPr id="4" name="Footer Placeholder 3"/>
          <p:cNvSpPr>
            <a:spLocks noGrp="1"/>
          </p:cNvSpPr>
          <p:nvPr>
            <p:ph type="ftr" sz="quarter" idx="11"/>
          </p:nvPr>
        </p:nvSpPr>
        <p:spPr/>
        <p:txBody>
          <a:bodyPr/>
          <a:lstStyle/>
          <a:p>
            <a:r>
              <a:rPr lang="en-US"/>
              <a:t>Department of Computer Science Engineering</a:t>
            </a:r>
          </a:p>
        </p:txBody>
      </p:sp>
      <p:sp>
        <p:nvSpPr>
          <p:cNvPr id="5" name="Slide Number Placeholder 4"/>
          <p:cNvSpPr>
            <a:spLocks noGrp="1"/>
          </p:cNvSpPr>
          <p:nvPr>
            <p:ph type="sldNum" sz="quarter" idx="12"/>
          </p:nvPr>
        </p:nvSpPr>
        <p:spPr/>
        <p:txBody>
          <a:bodyPr/>
          <a:lstStyle/>
          <a:p>
            <a:fld id="{9860EDB8-5305-433F-BE41-D7A86D811DB3}" type="slidenum">
              <a:rPr lang="en-US" smtClean="0"/>
              <a:pPr/>
              <a:t>‹#›</a:t>
            </a:fld>
            <a:endParaRPr lang="en-US"/>
          </a:p>
        </p:txBody>
      </p:sp>
      <p:sp>
        <p:nvSpPr>
          <p:cNvPr id="9" name="Title 1"/>
          <p:cNvSpPr>
            <a:spLocks noGrp="1"/>
          </p:cNvSpPr>
          <p:nvPr>
            <p:ph type="title"/>
          </p:nvPr>
        </p:nvSpPr>
        <p:spPr>
          <a:xfrm>
            <a:off x="154546" y="0"/>
            <a:ext cx="11874322" cy="1300766"/>
          </a:xfrm>
        </p:spPr>
        <p:txBody>
          <a:bodyPr anchor="b">
            <a:normAutofit/>
          </a:bodyPr>
          <a:lstStyle>
            <a:lvl1pPr>
              <a:defRPr sz="4400" b="1">
                <a:solidFill>
                  <a:schemeClr val="bg1"/>
                </a:solidFill>
                <a:latin typeface="Calibri" pitchFamily="34" charset="0"/>
                <a:cs typeface="Calibri" pitchFamily="34" charset="0"/>
              </a:defRPr>
            </a:lvl1pPr>
          </a:lstStyle>
          <a:p>
            <a:r>
              <a:rPr lang="en-US" dirty="0"/>
              <a:t>Click to edit Master title style</a:t>
            </a:r>
          </a:p>
        </p:txBody>
      </p:sp>
    </p:spTree>
    <p:extLst>
      <p:ext uri="{BB962C8B-B14F-4D97-AF65-F5344CB8AC3E}">
        <p14:creationId xmlns:p14="http://schemas.microsoft.com/office/powerpoint/2010/main" val="100814485"/>
      </p:ext>
    </p:extLst>
  </p:cSld>
  <p:clrMapOvr>
    <a:masterClrMapping/>
  </p:clrMapOvr>
  <p:transition advTm="5000">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28E4F7-1D75-468B-9BB7-C605BFA3D5C7}" type="datetime3">
              <a:rPr lang="en-US" smtClean="0"/>
              <a:pPr/>
              <a:t>4 November 2023</a:t>
            </a:fld>
            <a:endParaRPr lang="en-US"/>
          </a:p>
        </p:txBody>
      </p:sp>
      <p:sp>
        <p:nvSpPr>
          <p:cNvPr id="3" name="Footer Placeholder 2"/>
          <p:cNvSpPr>
            <a:spLocks noGrp="1"/>
          </p:cNvSpPr>
          <p:nvPr>
            <p:ph type="ftr" sz="quarter" idx="11"/>
          </p:nvPr>
        </p:nvSpPr>
        <p:spPr/>
        <p:txBody>
          <a:bodyPr/>
          <a:lstStyle/>
          <a:p>
            <a:r>
              <a:rPr lang="en-US"/>
              <a:t>Department of Computer Science Engineering</a:t>
            </a:r>
          </a:p>
        </p:txBody>
      </p:sp>
      <p:sp>
        <p:nvSpPr>
          <p:cNvPr id="4" name="Slide Number Placeholder 3"/>
          <p:cNvSpPr>
            <a:spLocks noGrp="1"/>
          </p:cNvSpPr>
          <p:nvPr>
            <p:ph type="sldNum" sz="quarter" idx="12"/>
          </p:nvPr>
        </p:nvSpPr>
        <p:spPr/>
        <p:txBody>
          <a:bodyPr/>
          <a:lstStyle/>
          <a:p>
            <a:fld id="{9860EDB8-5305-433F-BE41-D7A86D811DB3}" type="slidenum">
              <a:rPr lang="en-US" smtClean="0"/>
              <a:pPr/>
              <a:t>‹#›</a:t>
            </a:fld>
            <a:endParaRPr lang="en-US"/>
          </a:p>
        </p:txBody>
      </p:sp>
    </p:spTree>
    <p:extLst>
      <p:ext uri="{BB962C8B-B14F-4D97-AF65-F5344CB8AC3E}">
        <p14:creationId xmlns:p14="http://schemas.microsoft.com/office/powerpoint/2010/main" val="4037432058"/>
      </p:ext>
    </p:extLst>
  </p:cSld>
  <p:clrMapOvr>
    <a:masterClrMapping/>
  </p:clrMapOvr>
  <p:transition advTm="5000">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b="1">
                <a:solidFill>
                  <a:schemeClr val="accent1">
                    <a:lumMod val="50000"/>
                  </a:schemeClr>
                </a:solidFill>
              </a:defRPr>
            </a:lvl1pPr>
          </a:lstStyle>
          <a:p>
            <a:r>
              <a:rPr lang="en-US" dirty="0"/>
              <a:t>Click to edit Master title style</a:t>
            </a:r>
          </a:p>
        </p:txBody>
      </p:sp>
      <p:sp>
        <p:nvSpPr>
          <p:cNvPr id="4" name="Text Placeholder 3"/>
          <p:cNvSpPr>
            <a:spLocks noGrp="1"/>
          </p:cNvSpPr>
          <p:nvPr>
            <p:ph type="body" sz="half" idx="2"/>
          </p:nvPr>
        </p:nvSpPr>
        <p:spPr>
          <a:xfrm>
            <a:off x="839788" y="2101850"/>
            <a:ext cx="3932237" cy="3759200"/>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6F5DF04E-39E2-4C35-9B73-3950D79BF0D7}" type="datetime3">
              <a:rPr lang="en-US" smtClean="0"/>
              <a:pPr/>
              <a:t>4 November 2023</a:t>
            </a:fld>
            <a:endParaRPr lang="en-US"/>
          </a:p>
        </p:txBody>
      </p:sp>
      <p:sp>
        <p:nvSpPr>
          <p:cNvPr id="6" name="Footer Placeholder 5"/>
          <p:cNvSpPr>
            <a:spLocks noGrp="1"/>
          </p:cNvSpPr>
          <p:nvPr>
            <p:ph type="ftr" sz="quarter" idx="11"/>
          </p:nvPr>
        </p:nvSpPr>
        <p:spPr/>
        <p:txBody>
          <a:bodyPr/>
          <a:lstStyle/>
          <a:p>
            <a:r>
              <a:rPr lang="en-US"/>
              <a:t>Department of Computer Science Engineering</a:t>
            </a:r>
          </a:p>
        </p:txBody>
      </p:sp>
      <p:sp>
        <p:nvSpPr>
          <p:cNvPr id="7" name="Slide Number Placeholder 6"/>
          <p:cNvSpPr>
            <a:spLocks noGrp="1"/>
          </p:cNvSpPr>
          <p:nvPr>
            <p:ph type="sldNum" sz="quarter" idx="12"/>
          </p:nvPr>
        </p:nvSpPr>
        <p:spPr/>
        <p:txBody>
          <a:bodyPr/>
          <a:lstStyle/>
          <a:p>
            <a:fld id="{9860EDB8-5305-433F-BE41-D7A86D811DB3}" type="slidenum">
              <a:rPr lang="en-US" smtClean="0"/>
              <a:pPr/>
              <a:t>‹#›</a:t>
            </a:fld>
            <a:endParaRPr lang="en-US"/>
          </a:p>
        </p:txBody>
      </p:sp>
      <p:sp>
        <p:nvSpPr>
          <p:cNvPr id="8" name="Content Placeholder 9"/>
          <p:cNvSpPr>
            <a:spLocks noGrp="1"/>
          </p:cNvSpPr>
          <p:nvPr>
            <p:ph sz="quarter" idx="14"/>
          </p:nvPr>
        </p:nvSpPr>
        <p:spPr>
          <a:xfrm>
            <a:off x="5378824" y="987298"/>
            <a:ext cx="6172200" cy="4873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84193825"/>
      </p:ext>
    </p:extLst>
  </p:cSld>
  <p:clrMapOvr>
    <a:masterClrMapping/>
  </p:clrMapOvr>
  <p:transition advTm="5000">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b="1">
                <a:solidFill>
                  <a:schemeClr val="accent1">
                    <a:lumMod val="50000"/>
                  </a:schemeClr>
                </a:solidFill>
              </a:defRPr>
            </a:lvl1pPr>
          </a:lstStyle>
          <a:p>
            <a:r>
              <a:rPr lang="en-US" dirty="0"/>
              <a:t>Click to edit Master title style</a:t>
            </a:r>
          </a:p>
        </p:txBody>
      </p:sp>
      <p:sp>
        <p:nvSpPr>
          <p:cNvPr id="3" name="Picture Placeholder 2"/>
          <p:cNvSpPr>
            <a:spLocks noGrp="1"/>
          </p:cNvSpPr>
          <p:nvPr>
            <p:ph type="pic" idx="1"/>
          </p:nvPr>
        </p:nvSpPr>
        <p:spPr>
          <a:xfrm>
            <a:off x="5384893"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101850"/>
            <a:ext cx="3932237" cy="3759200"/>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77ACF9D9-00C9-48C3-9FA3-1B7ABE67068B}" type="datetime3">
              <a:rPr lang="en-US" smtClean="0"/>
              <a:pPr/>
              <a:t>4 November 2023</a:t>
            </a:fld>
            <a:endParaRPr lang="en-US"/>
          </a:p>
        </p:txBody>
      </p:sp>
      <p:sp>
        <p:nvSpPr>
          <p:cNvPr id="6" name="Footer Placeholder 5"/>
          <p:cNvSpPr>
            <a:spLocks noGrp="1"/>
          </p:cNvSpPr>
          <p:nvPr>
            <p:ph type="ftr" sz="quarter" idx="11"/>
          </p:nvPr>
        </p:nvSpPr>
        <p:spPr/>
        <p:txBody>
          <a:bodyPr/>
          <a:lstStyle/>
          <a:p>
            <a:r>
              <a:rPr lang="en-US"/>
              <a:t>Department of Computer Science Engineering</a:t>
            </a:r>
          </a:p>
        </p:txBody>
      </p:sp>
      <p:sp>
        <p:nvSpPr>
          <p:cNvPr id="7" name="Slide Number Placeholder 6"/>
          <p:cNvSpPr>
            <a:spLocks noGrp="1"/>
          </p:cNvSpPr>
          <p:nvPr>
            <p:ph type="sldNum" sz="quarter" idx="12"/>
          </p:nvPr>
        </p:nvSpPr>
        <p:spPr/>
        <p:txBody>
          <a:bodyPr/>
          <a:lstStyle/>
          <a:p>
            <a:fld id="{9860EDB8-5305-433F-BE41-D7A86D811DB3}" type="slidenum">
              <a:rPr lang="en-US" smtClean="0"/>
              <a:pPr/>
              <a:t>‹#›</a:t>
            </a:fld>
            <a:endParaRPr lang="en-US"/>
          </a:p>
        </p:txBody>
      </p:sp>
    </p:spTree>
    <p:extLst>
      <p:ext uri="{BB962C8B-B14F-4D97-AF65-F5344CB8AC3E}">
        <p14:creationId xmlns:p14="http://schemas.microsoft.com/office/powerpoint/2010/main" val="3161095380"/>
      </p:ext>
    </p:extLst>
  </p:cSld>
  <p:clrMapOvr>
    <a:masterClrMapping/>
  </p:clrMapOvr>
  <p:transition advTm="5000">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7" name="Rectangle 6"/>
          <p:cNvSpPr/>
          <p:nvPr/>
        </p:nvSpPr>
        <p:spPr>
          <a:xfrm>
            <a:off x="0" y="0"/>
            <a:ext cx="12192000" cy="1332854"/>
          </a:xfrm>
          <a:prstGeom prst="rect">
            <a:avLst/>
          </a:prstGeom>
          <a:solidFill>
            <a:srgbClr val="418A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Vertical Text Placeholder 2"/>
          <p:cNvSpPr>
            <a:spLocks noGrp="1"/>
          </p:cNvSpPr>
          <p:nvPr>
            <p:ph type="body" orient="vert" idx="1"/>
          </p:nvPr>
        </p:nvSpPr>
        <p:spPr>
          <a:xfrm>
            <a:off x="180304" y="1573306"/>
            <a:ext cx="11822806" cy="4904767"/>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3E084F6-078B-44CE-81DE-A3B04F59F5F3}" type="datetime3">
              <a:rPr lang="en-US" smtClean="0"/>
              <a:pPr/>
              <a:t>4 November 2023</a:t>
            </a:fld>
            <a:endParaRPr lang="en-US"/>
          </a:p>
        </p:txBody>
      </p:sp>
      <p:sp>
        <p:nvSpPr>
          <p:cNvPr id="5" name="Footer Placeholder 4"/>
          <p:cNvSpPr>
            <a:spLocks noGrp="1"/>
          </p:cNvSpPr>
          <p:nvPr>
            <p:ph type="ftr" sz="quarter" idx="11"/>
          </p:nvPr>
        </p:nvSpPr>
        <p:spPr/>
        <p:txBody>
          <a:bodyPr/>
          <a:lstStyle/>
          <a:p>
            <a:r>
              <a:rPr lang="en-US"/>
              <a:t>Department of Computer Science Engineering</a:t>
            </a:r>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a:p>
        </p:txBody>
      </p:sp>
      <p:sp>
        <p:nvSpPr>
          <p:cNvPr id="10" name="Title 1"/>
          <p:cNvSpPr>
            <a:spLocks noGrp="1"/>
          </p:cNvSpPr>
          <p:nvPr>
            <p:ph type="title"/>
          </p:nvPr>
        </p:nvSpPr>
        <p:spPr>
          <a:xfrm>
            <a:off x="154546" y="0"/>
            <a:ext cx="11874322" cy="1300766"/>
          </a:xfrm>
        </p:spPr>
        <p:txBody>
          <a:bodyPr anchor="b">
            <a:normAutofit/>
          </a:bodyPr>
          <a:lstStyle>
            <a:lvl1pPr>
              <a:defRPr sz="4400" b="1">
                <a:solidFill>
                  <a:schemeClr val="bg1"/>
                </a:solidFill>
                <a:latin typeface="Calibri" pitchFamily="34" charset="0"/>
                <a:cs typeface="Calibri" pitchFamily="34" charset="0"/>
              </a:defRPr>
            </a:lvl1pPr>
          </a:lstStyle>
          <a:p>
            <a:r>
              <a:rPr lang="en-US" dirty="0"/>
              <a:t>Click to edit Master title style</a:t>
            </a:r>
          </a:p>
        </p:txBody>
      </p:sp>
    </p:spTree>
    <p:extLst>
      <p:ext uri="{BB962C8B-B14F-4D97-AF65-F5344CB8AC3E}">
        <p14:creationId xmlns:p14="http://schemas.microsoft.com/office/powerpoint/2010/main" val="596921339"/>
      </p:ext>
    </p:extLst>
  </p:cSld>
  <p:clrMapOvr>
    <a:masterClrMapping/>
  </p:clrMapOvr>
  <p:transition advTm="5000">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0095346" y="0"/>
            <a:ext cx="2096655" cy="6858000"/>
          </a:xfrm>
          <a:prstGeom prst="rect">
            <a:avLst/>
          </a:prstGeom>
          <a:solidFill>
            <a:srgbClr val="418A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Vertical Title 1"/>
          <p:cNvSpPr>
            <a:spLocks noGrp="1"/>
          </p:cNvSpPr>
          <p:nvPr>
            <p:ph type="title" orient="vert"/>
          </p:nvPr>
        </p:nvSpPr>
        <p:spPr>
          <a:xfrm>
            <a:off x="10215419" y="365125"/>
            <a:ext cx="1819564" cy="5811838"/>
          </a:xfrm>
        </p:spPr>
        <p:txBody>
          <a:bodyPr vert="eaVert" anchor="b">
            <a:normAutofit/>
          </a:bodyPr>
          <a:lstStyle>
            <a:lvl1pPr>
              <a:defRPr sz="3600" b="1">
                <a:solidFill>
                  <a:schemeClr val="bg1"/>
                </a:solidFill>
                <a:latin typeface="Calibri" pitchFamily="34" charset="0"/>
                <a:cs typeface="Calibri" pitchFamily="34" charset="0"/>
              </a:defRPr>
            </a:lvl1pPr>
          </a:lstStyle>
          <a:p>
            <a:r>
              <a:rPr lang="en-US" dirty="0"/>
              <a:t>Click to edit Master title style</a:t>
            </a:r>
          </a:p>
        </p:txBody>
      </p:sp>
      <p:sp>
        <p:nvSpPr>
          <p:cNvPr id="3" name="Vertical Text Placeholder 2"/>
          <p:cNvSpPr>
            <a:spLocks noGrp="1"/>
          </p:cNvSpPr>
          <p:nvPr>
            <p:ph type="body" orient="vert" idx="1"/>
          </p:nvPr>
        </p:nvSpPr>
        <p:spPr>
          <a:xfrm>
            <a:off x="838200" y="365125"/>
            <a:ext cx="8910917"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10D5C11-4639-4CAA-AAB5-23D14FDF007D}" type="datetime3">
              <a:rPr lang="en-US" smtClean="0"/>
              <a:pPr/>
              <a:t>4 November 2023</a:t>
            </a:fld>
            <a:endParaRPr lang="en-US"/>
          </a:p>
        </p:txBody>
      </p:sp>
      <p:sp>
        <p:nvSpPr>
          <p:cNvPr id="5" name="Footer Placeholder 4"/>
          <p:cNvSpPr>
            <a:spLocks noGrp="1"/>
          </p:cNvSpPr>
          <p:nvPr>
            <p:ph type="ftr" sz="quarter" idx="11"/>
          </p:nvPr>
        </p:nvSpPr>
        <p:spPr/>
        <p:txBody>
          <a:bodyPr/>
          <a:lstStyle/>
          <a:p>
            <a:r>
              <a:rPr lang="en-US"/>
              <a:t>Department of Computer Science Engineering</a:t>
            </a:r>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a:p>
        </p:txBody>
      </p:sp>
    </p:spTree>
    <p:extLst>
      <p:ext uri="{BB962C8B-B14F-4D97-AF65-F5344CB8AC3E}">
        <p14:creationId xmlns:p14="http://schemas.microsoft.com/office/powerpoint/2010/main" val="1302266631"/>
      </p:ext>
    </p:extLst>
  </p:cSld>
  <p:clrMapOvr>
    <a:masterClrMapping/>
  </p:clrMapOvr>
  <p:transition advTm="5000">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4545" y="154547"/>
            <a:ext cx="11835685" cy="153614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80304" y="1825625"/>
            <a:ext cx="11822806" cy="465244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562416"/>
            <a:ext cx="3200400" cy="274320"/>
          </a:xfrm>
          <a:prstGeom prst="rect">
            <a:avLst/>
          </a:prstGeom>
        </p:spPr>
        <p:txBody>
          <a:bodyPr vert="horz" lIns="91440" tIns="45720" rIns="91440" bIns="45720" rtlCol="0" anchor="ctr"/>
          <a:lstStyle>
            <a:lvl1pPr algn="l">
              <a:defRPr sz="1200" i="1">
                <a:solidFill>
                  <a:schemeClr val="tx1">
                    <a:lumMod val="95000"/>
                    <a:lumOff val="5000"/>
                  </a:schemeClr>
                </a:solidFill>
              </a:defRPr>
            </a:lvl1pPr>
          </a:lstStyle>
          <a:p>
            <a:fld id="{3671FDB4-DEDB-490E-8A3C-58818B21F919}" type="datetime3">
              <a:rPr lang="en-US" smtClean="0"/>
              <a:pPr/>
              <a:t>4 November 2023</a:t>
            </a:fld>
            <a:endParaRPr lang="en-US" dirty="0"/>
          </a:p>
        </p:txBody>
      </p:sp>
      <p:sp>
        <p:nvSpPr>
          <p:cNvPr id="5" name="Footer Placeholder 4"/>
          <p:cNvSpPr>
            <a:spLocks noGrp="1"/>
          </p:cNvSpPr>
          <p:nvPr>
            <p:ph type="ftr" sz="quarter" idx="3"/>
          </p:nvPr>
        </p:nvSpPr>
        <p:spPr>
          <a:xfrm>
            <a:off x="4288665" y="6562416"/>
            <a:ext cx="3200400" cy="274320"/>
          </a:xfrm>
          <a:prstGeom prst="rect">
            <a:avLst/>
          </a:prstGeom>
        </p:spPr>
        <p:txBody>
          <a:bodyPr vert="horz" lIns="91440" tIns="45720" rIns="91440" bIns="45720" rtlCol="0" anchor="ctr"/>
          <a:lstStyle>
            <a:lvl1pPr algn="ctr">
              <a:defRPr sz="1200" i="1">
                <a:solidFill>
                  <a:schemeClr val="tx1">
                    <a:lumMod val="95000"/>
                    <a:lumOff val="5000"/>
                  </a:schemeClr>
                </a:solidFill>
              </a:defRPr>
            </a:lvl1pPr>
          </a:lstStyle>
          <a:p>
            <a:r>
              <a:rPr lang="en-US"/>
              <a:t>Department of Computer Science Engineering</a:t>
            </a:r>
            <a:endParaRPr lang="en-US" dirty="0"/>
          </a:p>
        </p:txBody>
      </p:sp>
      <p:sp>
        <p:nvSpPr>
          <p:cNvPr id="6" name="Slide Number Placeholder 5"/>
          <p:cNvSpPr>
            <a:spLocks noGrp="1"/>
          </p:cNvSpPr>
          <p:nvPr>
            <p:ph type="sldNum" sz="quarter" idx="4"/>
          </p:nvPr>
        </p:nvSpPr>
        <p:spPr>
          <a:xfrm>
            <a:off x="8757642" y="6562416"/>
            <a:ext cx="1371600" cy="274320"/>
          </a:xfrm>
          <a:prstGeom prst="rect">
            <a:avLst/>
          </a:prstGeom>
        </p:spPr>
        <p:txBody>
          <a:bodyPr vert="horz" lIns="91440" tIns="45720" rIns="91440" bIns="45720" rtlCol="0" anchor="ctr"/>
          <a:lstStyle>
            <a:lvl1pPr algn="r">
              <a:defRPr sz="1200" i="1">
                <a:solidFill>
                  <a:schemeClr val="tx1">
                    <a:lumMod val="95000"/>
                    <a:lumOff val="5000"/>
                  </a:schemeClr>
                </a:solidFill>
              </a:defRPr>
            </a:lvl1pPr>
          </a:lstStyle>
          <a:p>
            <a:fld id="{9860EDB8-5305-433F-BE41-D7A86D811DB3}" type="slidenum">
              <a:rPr lang="en-US" smtClean="0"/>
              <a:pPr/>
              <a:t>‹#›</a:t>
            </a:fld>
            <a:endParaRPr lang="en-US" dirty="0"/>
          </a:p>
        </p:txBody>
      </p:sp>
      <p:pic>
        <p:nvPicPr>
          <p:cNvPr id="8" name="Picture 3" descr="C:\Users\Admin\Desktop\New folder (3)\PPT\AcroLogoTransparant.png"/>
          <p:cNvPicPr>
            <a:picLocks noChangeAspect="1" noChangeArrowheads="1"/>
          </p:cNvPicPr>
          <p:nvPr userDrawn="1"/>
        </p:nvPicPr>
        <p:blipFill>
          <a:blip r:embed="rId16" cstate="print"/>
          <a:srcRect/>
          <a:stretch>
            <a:fillRect/>
          </a:stretch>
        </p:blipFill>
        <p:spPr bwMode="auto">
          <a:xfrm>
            <a:off x="10167750" y="6460506"/>
            <a:ext cx="1828800" cy="370600"/>
          </a:xfrm>
          <a:prstGeom prst="rect">
            <a:avLst/>
          </a:prstGeom>
          <a:noFill/>
        </p:spPr>
      </p:pic>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73" r:id="rId2"/>
    <p:sldLayoutId id="2147483662" r:id="rId3"/>
    <p:sldLayoutId id="2147483674" r:id="rId4"/>
    <p:sldLayoutId id="214748367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Lst>
  <p:transition advTm="5000">
    <p:fade/>
  </p:transition>
  <p:hf hdr="0"/>
  <p:txStyles>
    <p:titleStyle>
      <a:lvl1pPr algn="l" defTabSz="914400" rtl="0" eaLnBrk="1" latinLnBrk="0" hangingPunct="1">
        <a:spcBef>
          <a:spcPct val="0"/>
        </a:spcBef>
        <a:buNone/>
        <a:defRPr sz="4400" b="1" kern="1200">
          <a:solidFill>
            <a:schemeClr val="accent1">
              <a:lumMod val="75000"/>
            </a:schemeClr>
          </a:solidFill>
          <a:latin typeface="Calibri" pitchFamily="34" charset="0"/>
          <a:ea typeface="+mj-ea"/>
          <a:cs typeface="Calibri" pitchFamily="34" charset="0"/>
        </a:defRPr>
      </a:lvl1pPr>
    </p:titleStyle>
    <p:bodyStyle>
      <a:lvl1pPr marL="228600" indent="-228600" algn="just" defTabSz="914400" rtl="0" eaLnBrk="1" latinLnBrk="0" hangingPunct="1">
        <a:lnSpc>
          <a:spcPct val="90000"/>
        </a:lnSpc>
        <a:spcBef>
          <a:spcPct val="30000"/>
        </a:spcBef>
        <a:buClr>
          <a:srgbClr val="0070C0"/>
        </a:buClr>
        <a:buFont typeface="Wingdings" pitchFamily="2" charset="2"/>
        <a:buChar char="v"/>
        <a:defRPr sz="3200" kern="1200">
          <a:solidFill>
            <a:schemeClr val="tx1"/>
          </a:solidFill>
          <a:latin typeface="Calibri" pitchFamily="34" charset="0"/>
          <a:ea typeface="+mn-ea"/>
          <a:cs typeface="Calibri" pitchFamily="34" charset="0"/>
        </a:defRPr>
      </a:lvl1pPr>
      <a:lvl2pPr marL="685800" indent="-228600" algn="just" defTabSz="914400" rtl="0" eaLnBrk="1" latinLnBrk="0" hangingPunct="1">
        <a:lnSpc>
          <a:spcPct val="90000"/>
        </a:lnSpc>
        <a:spcBef>
          <a:spcPct val="30000"/>
        </a:spcBef>
        <a:buClr>
          <a:srgbClr val="0070C0"/>
        </a:buClr>
        <a:buFont typeface="Wingdings" pitchFamily="2" charset="2"/>
        <a:buChar char="Ø"/>
        <a:defRPr sz="2800" kern="1200">
          <a:solidFill>
            <a:schemeClr val="tx1"/>
          </a:solidFill>
          <a:latin typeface="Calibri" pitchFamily="34" charset="0"/>
          <a:ea typeface="+mn-ea"/>
          <a:cs typeface="Calibri" pitchFamily="34" charset="0"/>
        </a:defRPr>
      </a:lvl2pPr>
      <a:lvl3pPr marL="1143000" indent="-228600" algn="just" defTabSz="914400" rtl="0" eaLnBrk="1" latinLnBrk="0" hangingPunct="1">
        <a:lnSpc>
          <a:spcPct val="90000"/>
        </a:lnSpc>
        <a:spcBef>
          <a:spcPct val="30000"/>
        </a:spcBef>
        <a:buClr>
          <a:srgbClr val="0070C0"/>
        </a:buClr>
        <a:buFont typeface="Wingdings" pitchFamily="2" charset="2"/>
        <a:buChar char="§"/>
        <a:defRPr sz="2400" kern="1200">
          <a:solidFill>
            <a:schemeClr val="tx1"/>
          </a:solidFill>
          <a:latin typeface="Calibri" pitchFamily="34" charset="0"/>
          <a:ea typeface="+mn-ea"/>
          <a:cs typeface="Calibri" pitchFamily="34" charset="0"/>
        </a:defRPr>
      </a:lvl3pPr>
      <a:lvl4pPr marL="1600200" indent="-228600" algn="just" defTabSz="914400" rtl="0" eaLnBrk="1" latinLnBrk="0" hangingPunct="1">
        <a:lnSpc>
          <a:spcPct val="90000"/>
        </a:lnSpc>
        <a:spcBef>
          <a:spcPct val="30000"/>
        </a:spcBef>
        <a:buClr>
          <a:srgbClr val="0070C0"/>
        </a:buClr>
        <a:buFont typeface="Courier New" pitchFamily="49" charset="0"/>
        <a:buChar char="o"/>
        <a:defRPr sz="2000" kern="1200">
          <a:solidFill>
            <a:schemeClr val="tx1"/>
          </a:solidFill>
          <a:latin typeface="Calibri" pitchFamily="34" charset="0"/>
          <a:ea typeface="+mn-ea"/>
          <a:cs typeface="Calibri" pitchFamily="34" charset="0"/>
        </a:defRPr>
      </a:lvl4pPr>
      <a:lvl5pPr marL="2057400" indent="-228600" algn="just" defTabSz="914400" rtl="0" eaLnBrk="1" latinLnBrk="0" hangingPunct="1">
        <a:lnSpc>
          <a:spcPct val="90000"/>
        </a:lnSpc>
        <a:spcBef>
          <a:spcPct val="30000"/>
        </a:spcBef>
        <a:buClr>
          <a:srgbClr val="0070C0"/>
        </a:buClr>
        <a:buFont typeface="Arial" panose="020B0604020202020204" pitchFamily="34" charset="0"/>
        <a:buChar char="•"/>
        <a:defRPr sz="2000" kern="1200">
          <a:solidFill>
            <a:schemeClr val="tx1"/>
          </a:solidFill>
          <a:latin typeface="Calibri" pitchFamily="34" charset="0"/>
          <a:ea typeface="+mn-ea"/>
          <a:cs typeface="Calibri" pitchFamily="34" charset="0"/>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advTm="50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2405576"/>
            <a:ext cx="10515600" cy="1860146"/>
          </a:xfrm>
        </p:spPr>
        <p:txBody>
          <a:bodyPr>
            <a:normAutofit/>
          </a:bodyPr>
          <a:lstStyle/>
          <a:p>
            <a:r>
              <a:rPr lang="en-US" dirty="0">
                <a:ea typeface="Calibri" panose="020F0502020204030204" pitchFamily="34" charset="0"/>
              </a:rPr>
              <a:t>Real-Time Chat Application</a:t>
            </a:r>
          </a:p>
        </p:txBody>
      </p:sp>
      <p:sp>
        <p:nvSpPr>
          <p:cNvPr id="3" name="Subtitle 2"/>
          <p:cNvSpPr>
            <a:spLocks noGrp="1"/>
          </p:cNvSpPr>
          <p:nvPr>
            <p:ph type="subTitle" idx="1"/>
          </p:nvPr>
        </p:nvSpPr>
        <p:spPr/>
        <p:txBody>
          <a:bodyPr>
            <a:normAutofit fontScale="62500" lnSpcReduction="20000"/>
          </a:bodyPr>
          <a:lstStyle/>
          <a:p>
            <a:r>
              <a:rPr dirty="0">
                <a:latin typeface="Calibri" panose="020F0502020204030204" pitchFamily="34" charset="0"/>
                <a:ea typeface="Calibri" panose="020F0502020204030204" pitchFamily="34" charset="0"/>
                <a:cs typeface="Calibri" panose="020F0502020204030204" pitchFamily="34" charset="0"/>
              </a:rPr>
              <a:t>Submitted to: </a:t>
            </a:r>
          </a:p>
          <a:p>
            <a:r>
              <a:rPr dirty="0">
                <a:latin typeface="Calibri" panose="020F0502020204030204" pitchFamily="34" charset="0"/>
                <a:ea typeface="Calibri" panose="020F0502020204030204" pitchFamily="34" charset="0"/>
                <a:cs typeface="Calibri" panose="020F0502020204030204" pitchFamily="34" charset="0"/>
              </a:rPr>
              <a:t>Department of Computer Science and Engineering</a:t>
            </a:r>
          </a:p>
        </p:txBody>
      </p:sp>
    </p:spTree>
  </p:cSld>
  <p:clrMapOvr>
    <a:masterClrMapping/>
  </p:clrMapOvr>
  <p:transition advTm="50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1" y="2402238"/>
            <a:ext cx="4802944" cy="2187227"/>
          </a:xfrm>
        </p:spPr>
        <p:txBody>
          <a:bodyPr anchor="t" anchorCtr="0"/>
          <a:lstStyle/>
          <a:p>
            <a:r>
              <a:rPr sz="3200" dirty="0">
                <a:latin typeface="Calibri" panose="020F0502020204030204" pitchFamily="34" charset="0"/>
                <a:ea typeface="Calibri" panose="020F0502020204030204" pitchFamily="34" charset="0"/>
                <a:cs typeface="Calibri" panose="020F0502020204030204" pitchFamily="34" charset="0"/>
              </a:rPr>
              <a:t>Supervised by:</a:t>
            </a:r>
            <a:br>
              <a:rPr sz="3200" dirty="0">
                <a:latin typeface="Calibri" panose="020F0502020204030204" pitchFamily="34" charset="0"/>
                <a:ea typeface="Calibri" panose="020F0502020204030204" pitchFamily="34" charset="0"/>
                <a:cs typeface="Calibri" panose="020F0502020204030204" pitchFamily="34" charset="0"/>
              </a:rPr>
            </a:br>
            <a:r>
              <a:rPr sz="3200" dirty="0" err="1">
                <a:latin typeface="Calibri" panose="020F0502020204030204" pitchFamily="34" charset="0"/>
                <a:ea typeface="Calibri" panose="020F0502020204030204" pitchFamily="34" charset="0"/>
                <a:cs typeface="Calibri" panose="020F0502020204030204" pitchFamily="34" charset="0"/>
              </a:rPr>
              <a:t>Dr.Praveen</a:t>
            </a:r>
            <a:r>
              <a:rPr sz="3200" dirty="0">
                <a:latin typeface="Calibri" panose="020F0502020204030204" pitchFamily="34" charset="0"/>
                <a:ea typeface="Calibri" panose="020F0502020204030204" pitchFamily="34" charset="0"/>
                <a:cs typeface="Calibri" panose="020F0502020204030204" pitchFamily="34" charset="0"/>
              </a:rPr>
              <a:t> </a:t>
            </a:r>
            <a:r>
              <a:rPr sz="3200" dirty="0" err="1">
                <a:latin typeface="Calibri" panose="020F0502020204030204" pitchFamily="34" charset="0"/>
                <a:ea typeface="Calibri" panose="020F0502020204030204" pitchFamily="34" charset="0"/>
                <a:cs typeface="Calibri" panose="020F0502020204030204" pitchFamily="34" charset="0"/>
              </a:rPr>
              <a:t>Bhanodia</a:t>
            </a:r>
            <a:endParaRPr lang="en-US" sz="3200" dirty="0">
              <a:latin typeface="Calibri" panose="020F0502020204030204" pitchFamily="34" charset="0"/>
              <a:ea typeface="Calibri" panose="020F0502020204030204" pitchFamily="34" charset="0"/>
              <a:cs typeface="Calibri" panose="020F0502020204030204" pitchFamily="34" charset="0"/>
            </a:endParaRPr>
          </a:p>
        </p:txBody>
      </p:sp>
      <p:sp>
        <p:nvSpPr>
          <p:cNvPr id="3" name="Text Placeholder 2"/>
          <p:cNvSpPr>
            <a:spLocks noGrp="1"/>
          </p:cNvSpPr>
          <p:nvPr>
            <p:ph type="body" idx="1"/>
          </p:nvPr>
        </p:nvSpPr>
        <p:spPr>
          <a:xfrm>
            <a:off x="6435214" y="2402238"/>
            <a:ext cx="5324667" cy="2818077"/>
          </a:xfrm>
        </p:spPr>
        <p:txBody>
          <a:bodyPr>
            <a:normAutofit fontScale="62500" lnSpcReduction="20000"/>
          </a:bodyPr>
          <a:lstStyle/>
          <a:p>
            <a:pPr>
              <a:lnSpc>
                <a:spcPct val="120000"/>
              </a:lnSpc>
              <a:spcBef>
                <a:spcPts val="0"/>
              </a:spcBef>
            </a:pPr>
            <a:r>
              <a:rPr lang="en-US" dirty="0"/>
              <a:t>Team Members</a:t>
            </a:r>
          </a:p>
          <a:p>
            <a:pPr>
              <a:lnSpc>
                <a:spcPct val="120000"/>
              </a:lnSpc>
              <a:spcBef>
                <a:spcPts val="0"/>
              </a:spcBef>
            </a:pPr>
            <a:r>
              <a:rPr lang="en-US" dirty="0"/>
              <a:t>1.Dev Gupta(0827CS211068)</a:t>
            </a:r>
          </a:p>
          <a:p>
            <a:pPr>
              <a:lnSpc>
                <a:spcPct val="120000"/>
              </a:lnSpc>
              <a:spcBef>
                <a:spcPts val="0"/>
              </a:spcBef>
            </a:pPr>
            <a:r>
              <a:rPr lang="en-US" dirty="0"/>
              <a:t>2.Diksha </a:t>
            </a:r>
            <a:r>
              <a:rPr lang="en-US" dirty="0" err="1"/>
              <a:t>Makode</a:t>
            </a:r>
            <a:r>
              <a:rPr lang="en-US" dirty="0"/>
              <a:t>(0827CS211077)</a:t>
            </a:r>
          </a:p>
          <a:p>
            <a:pPr>
              <a:lnSpc>
                <a:spcPct val="120000"/>
              </a:lnSpc>
              <a:spcBef>
                <a:spcPts val="0"/>
              </a:spcBef>
            </a:pPr>
            <a:r>
              <a:rPr lang="en-US" dirty="0"/>
              <a:t>3.Garima </a:t>
            </a:r>
            <a:r>
              <a:rPr lang="en-US" dirty="0" err="1"/>
              <a:t>Nagdeve</a:t>
            </a:r>
            <a:r>
              <a:rPr lang="en-US" dirty="0"/>
              <a:t>(0827CS211082)</a:t>
            </a:r>
          </a:p>
          <a:p>
            <a:pPr>
              <a:lnSpc>
                <a:spcPct val="120000"/>
              </a:lnSpc>
              <a:spcBef>
                <a:spcPts val="0"/>
              </a:spcBef>
            </a:pPr>
            <a:r>
              <a:rPr lang="en-US" dirty="0"/>
              <a:t>4.Harsh Shukla(0827CS211092)</a:t>
            </a:r>
          </a:p>
          <a:p>
            <a:pPr>
              <a:lnSpc>
                <a:spcPct val="120000"/>
              </a:lnSpc>
              <a:spcBef>
                <a:spcPts val="0"/>
              </a:spcBef>
            </a:pPr>
            <a:endParaRPr lang="en-US" dirty="0"/>
          </a:p>
          <a:p>
            <a:pPr>
              <a:lnSpc>
                <a:spcPct val="120000"/>
              </a:lnSpc>
              <a:spcBef>
                <a:spcPts val="0"/>
              </a:spcBef>
            </a:pPr>
            <a:endParaRPr lang="en-US" dirty="0"/>
          </a:p>
        </p:txBody>
      </p:sp>
      <p:sp>
        <p:nvSpPr>
          <p:cNvPr id="4" name="Date Placeholder 3"/>
          <p:cNvSpPr>
            <a:spLocks noGrp="1"/>
          </p:cNvSpPr>
          <p:nvPr>
            <p:ph type="dt" sz="half" idx="10"/>
          </p:nvPr>
        </p:nvSpPr>
        <p:spPr/>
        <p:txBody>
          <a:bodyPr/>
          <a:lstStyle/>
          <a:p>
            <a:fld id="{9A1B14C0-9C57-4BFD-9C3E-891C212384C8}" type="datetime3">
              <a:rPr lang="en-US" smtClean="0"/>
              <a:pPr/>
              <a:t>4 November 2023</a:t>
            </a:fld>
            <a:endParaRPr lang="en-US"/>
          </a:p>
        </p:txBody>
      </p:sp>
      <p:sp>
        <p:nvSpPr>
          <p:cNvPr id="5" name="Footer Placeholder 4"/>
          <p:cNvSpPr>
            <a:spLocks noGrp="1"/>
          </p:cNvSpPr>
          <p:nvPr>
            <p:ph type="ftr" sz="quarter" idx="11"/>
          </p:nvPr>
        </p:nvSpPr>
        <p:spPr/>
        <p:txBody>
          <a:bodyPr/>
          <a:lstStyle/>
          <a:p>
            <a:r>
              <a:rPr lang="en-US"/>
              <a:t>Department of Computer Science Engineering</a:t>
            </a:r>
            <a:endParaRPr lang="en-US" dirty="0"/>
          </a:p>
        </p:txBody>
      </p:sp>
      <p:sp>
        <p:nvSpPr>
          <p:cNvPr id="6" name="Slide Number Placeholder 5"/>
          <p:cNvSpPr>
            <a:spLocks noGrp="1"/>
          </p:cNvSpPr>
          <p:nvPr>
            <p:ph type="sldNum" sz="quarter" idx="12"/>
          </p:nvPr>
        </p:nvSpPr>
        <p:spPr/>
        <p:txBody>
          <a:bodyPr/>
          <a:lstStyle/>
          <a:p>
            <a:fld id="{9860EDB8-5305-433F-BE41-D7A86D811DB3}" type="slidenum">
              <a:rPr lang="en-US" smtClean="0"/>
              <a:pPr/>
              <a:t>3</a:t>
            </a:fld>
            <a:endParaRPr lang="en-US"/>
          </a:p>
        </p:txBody>
      </p:sp>
    </p:spTree>
  </p:cSld>
  <p:clrMapOvr>
    <a:masterClrMapping/>
  </p:clrMapOvr>
  <p:transition advTm="50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Presentation Outline</a:t>
            </a:r>
          </a:p>
        </p:txBody>
      </p:sp>
      <p:sp>
        <p:nvSpPr>
          <p:cNvPr id="3" name="Content Placeholder 2"/>
          <p:cNvSpPr>
            <a:spLocks noGrp="1"/>
          </p:cNvSpPr>
          <p:nvPr>
            <p:ph sz="quarter" idx="10"/>
          </p:nvPr>
        </p:nvSpPr>
        <p:spPr>
          <a:prstGeom prst="rect">
            <a:avLst/>
          </a:prstGeom>
        </p:spPr>
        <p:txBody>
          <a:bodyPr>
            <a:normAutofit fontScale="85000" lnSpcReduction="20000"/>
          </a:bodyPr>
          <a:lstStyle/>
          <a:p>
            <a:r>
              <a:rPr lang="en-US" dirty="0"/>
              <a:t>Introduction</a:t>
            </a:r>
          </a:p>
          <a:p>
            <a:r>
              <a:rPr lang="en-US" dirty="0"/>
              <a:t>Problem Statement</a:t>
            </a:r>
          </a:p>
          <a:p>
            <a:r>
              <a:rPr lang="en-US" dirty="0"/>
              <a:t>Survey of Existing Systems</a:t>
            </a:r>
          </a:p>
          <a:p>
            <a:r>
              <a:rPr lang="en-US" dirty="0"/>
              <a:t>Project Objectives</a:t>
            </a:r>
          </a:p>
          <a:p>
            <a:r>
              <a:rPr lang="en-US" dirty="0"/>
              <a:t>Requirement Analysis</a:t>
            </a:r>
          </a:p>
          <a:p>
            <a:r>
              <a:rPr lang="en-US" dirty="0"/>
              <a:t>Solution Proposed</a:t>
            </a:r>
          </a:p>
          <a:p>
            <a:r>
              <a:rPr lang="en-US" dirty="0"/>
              <a:t>Features</a:t>
            </a:r>
          </a:p>
          <a:p>
            <a:r>
              <a:rPr lang="en-US" dirty="0"/>
              <a:t>System architecture</a:t>
            </a:r>
          </a:p>
          <a:p>
            <a:r>
              <a:rPr lang="en-US" dirty="0"/>
              <a:t>User Interface</a:t>
            </a:r>
          </a:p>
          <a:p>
            <a:r>
              <a:rPr lang="en-US" dirty="0"/>
              <a:t>Testing Plan</a:t>
            </a:r>
          </a:p>
          <a:p>
            <a:r>
              <a:rPr lang="en-US" dirty="0"/>
              <a:t>The Outcome  Discussion</a:t>
            </a:r>
          </a:p>
          <a:p>
            <a:r>
              <a:rPr lang="en-US" dirty="0"/>
              <a:t>Conclusions</a:t>
            </a:r>
          </a:p>
          <a:p>
            <a:pPr>
              <a:buNone/>
            </a:pPr>
            <a:endParaRPr lang="en-US" dirty="0"/>
          </a:p>
        </p:txBody>
      </p:sp>
      <p:sp>
        <p:nvSpPr>
          <p:cNvPr id="4" name="Date Placeholder 3"/>
          <p:cNvSpPr>
            <a:spLocks noGrp="1"/>
          </p:cNvSpPr>
          <p:nvPr>
            <p:ph type="dt" sz="half" idx="2"/>
          </p:nvPr>
        </p:nvSpPr>
        <p:spPr/>
        <p:txBody>
          <a:bodyPr/>
          <a:lstStyle/>
          <a:p>
            <a:fld id="{FDF74BFE-3616-4FE3-9BB1-3C08FCC53D61}" type="datetime3">
              <a:rPr lang="en-US" smtClean="0"/>
              <a:pPr/>
              <a:t>4 November 2023</a:t>
            </a:fld>
            <a:endParaRPr lang="en-US" dirty="0"/>
          </a:p>
        </p:txBody>
      </p:sp>
      <p:sp>
        <p:nvSpPr>
          <p:cNvPr id="5" name="Slide Number Placeholder 4"/>
          <p:cNvSpPr>
            <a:spLocks noGrp="1"/>
          </p:cNvSpPr>
          <p:nvPr>
            <p:ph type="sldNum" sz="quarter" idx="4"/>
          </p:nvPr>
        </p:nvSpPr>
        <p:spPr/>
        <p:txBody>
          <a:bodyPr/>
          <a:lstStyle/>
          <a:p>
            <a:fld id="{9860EDB8-5305-433F-BE41-D7A86D811DB3}" type="slidenum">
              <a:rPr lang="en-US" smtClean="0"/>
              <a:pPr/>
              <a:t>4</a:t>
            </a:fld>
            <a:endParaRPr lang="en-US" dirty="0"/>
          </a:p>
        </p:txBody>
      </p:sp>
      <p:sp>
        <p:nvSpPr>
          <p:cNvPr id="6" name="Footer Placeholder 5"/>
          <p:cNvSpPr>
            <a:spLocks noGrp="1"/>
          </p:cNvSpPr>
          <p:nvPr>
            <p:ph type="ftr" sz="quarter" idx="3"/>
          </p:nvPr>
        </p:nvSpPr>
        <p:spPr/>
        <p:txBody>
          <a:bodyPr/>
          <a:lstStyle/>
          <a:p>
            <a:r>
              <a:rPr lang="en-US"/>
              <a:t>Department of Computer Science Engineering</a:t>
            </a:r>
            <a:endParaRPr lang="en-US"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838200" y="6562416"/>
            <a:ext cx="3200400" cy="274320"/>
          </a:xfrm>
        </p:spPr>
        <p:txBody>
          <a:bodyPr anchor="ctr">
            <a:normAutofit/>
          </a:bodyPr>
          <a:lstStyle/>
          <a:p>
            <a:pPr>
              <a:spcAft>
                <a:spcPts val="600"/>
              </a:spcAft>
            </a:pPr>
            <a:fld id="{9DB8A999-CF11-4185-86EF-B5FCC1230B7A}" type="datetime3">
              <a:rPr lang="en-US" smtClean="0"/>
              <a:pPr>
                <a:spcAft>
                  <a:spcPts val="600"/>
                </a:spcAft>
              </a:pPr>
              <a:t>4 November 2023</a:t>
            </a:fld>
            <a:endParaRPr lang="en-US"/>
          </a:p>
        </p:txBody>
      </p:sp>
      <p:sp>
        <p:nvSpPr>
          <p:cNvPr id="6" name="Footer Placeholder 5"/>
          <p:cNvSpPr>
            <a:spLocks noGrp="1"/>
          </p:cNvSpPr>
          <p:nvPr>
            <p:ph type="ftr" sz="quarter" idx="11"/>
          </p:nvPr>
        </p:nvSpPr>
        <p:spPr>
          <a:xfrm>
            <a:off x="4288665" y="6562416"/>
            <a:ext cx="3200400" cy="274320"/>
          </a:xfrm>
        </p:spPr>
        <p:txBody>
          <a:bodyPr anchor="ctr">
            <a:normAutofit/>
          </a:bodyPr>
          <a:lstStyle/>
          <a:p>
            <a:pPr>
              <a:spcAft>
                <a:spcPts val="600"/>
              </a:spcAft>
            </a:pPr>
            <a:r>
              <a:rPr lang="en-US"/>
              <a:t>Department of Computer Science Engineering</a:t>
            </a:r>
          </a:p>
        </p:txBody>
      </p:sp>
      <p:sp>
        <p:nvSpPr>
          <p:cNvPr id="5" name="Slide Number Placeholder 4"/>
          <p:cNvSpPr>
            <a:spLocks noGrp="1"/>
          </p:cNvSpPr>
          <p:nvPr>
            <p:ph type="sldNum" sz="quarter" idx="12"/>
          </p:nvPr>
        </p:nvSpPr>
        <p:spPr>
          <a:xfrm>
            <a:off x="8757642" y="6562416"/>
            <a:ext cx="1371600" cy="274320"/>
          </a:xfrm>
        </p:spPr>
        <p:txBody>
          <a:bodyPr anchor="ctr">
            <a:normAutofit/>
          </a:bodyPr>
          <a:lstStyle/>
          <a:p>
            <a:pPr>
              <a:spcAft>
                <a:spcPts val="600"/>
              </a:spcAft>
            </a:pPr>
            <a:fld id="{9860EDB8-5305-433F-BE41-D7A86D811DB3}" type="slidenum">
              <a:rPr lang="en-US" smtClean="0"/>
              <a:pPr>
                <a:spcAft>
                  <a:spcPts val="600"/>
                </a:spcAft>
              </a:pPr>
              <a:t>5</a:t>
            </a:fld>
            <a:endParaRPr lang="en-US"/>
          </a:p>
        </p:txBody>
      </p:sp>
      <p:sp>
        <p:nvSpPr>
          <p:cNvPr id="2" name="Title 1"/>
          <p:cNvSpPr>
            <a:spLocks noGrp="1"/>
          </p:cNvSpPr>
          <p:nvPr>
            <p:ph type="title"/>
          </p:nvPr>
        </p:nvSpPr>
        <p:spPr>
          <a:xfrm>
            <a:off x="154546" y="0"/>
            <a:ext cx="11874322" cy="1300766"/>
          </a:xfrm>
        </p:spPr>
        <p:txBody>
          <a:bodyPr anchor="b">
            <a:normAutofit/>
          </a:bodyPr>
          <a:lstStyle/>
          <a:p>
            <a:r>
              <a:rPr lang="en-US" dirty="0"/>
              <a:t>Introduction </a:t>
            </a:r>
          </a:p>
        </p:txBody>
      </p:sp>
      <p:sp>
        <p:nvSpPr>
          <p:cNvPr id="3" name="Content Placeholder 2"/>
          <p:cNvSpPr>
            <a:spLocks noGrp="1"/>
          </p:cNvSpPr>
          <p:nvPr>
            <p:ph sz="quarter" idx="13"/>
          </p:nvPr>
        </p:nvSpPr>
        <p:spPr>
          <a:xfrm>
            <a:off x="255307" y="1546224"/>
            <a:ext cx="7233758" cy="4471117"/>
          </a:xfrm>
        </p:spPr>
        <p:txBody>
          <a:bodyPr>
            <a:normAutofit/>
          </a:bodyPr>
          <a:lstStyle/>
          <a:p>
            <a:r>
              <a:rPr lang="en-US" sz="4000" b="1" dirty="0"/>
              <a:t>Introduction about our project</a:t>
            </a:r>
          </a:p>
          <a:p>
            <a:pPr marL="0" indent="0">
              <a:buNone/>
            </a:pPr>
            <a:r>
              <a:rPr lang="en-US" dirty="0"/>
              <a:t>Our project is titled “</a:t>
            </a:r>
            <a:r>
              <a:rPr lang="en-US" dirty="0" err="1"/>
              <a:t>LinkUs</a:t>
            </a:r>
            <a:r>
              <a:rPr lang="en-US" dirty="0"/>
              <a:t>: An Anonymous and Secure Chat Application.”</a:t>
            </a:r>
          </a:p>
          <a:p>
            <a:pPr marL="0" indent="0">
              <a:buNone/>
            </a:pPr>
            <a:endParaRPr lang="en-US" dirty="0"/>
          </a:p>
          <a:p>
            <a:pPr marL="0" indent="0">
              <a:buNone/>
            </a:pPr>
            <a:r>
              <a:rPr lang="en-US" sz="2400" dirty="0" err="1"/>
              <a:t>LinkUs</a:t>
            </a:r>
            <a:r>
              <a:rPr lang="en-US" sz="2400" dirty="0"/>
              <a:t>: Innovative chat app tackling spam, privacy, and security issues. Ensures user anonymity with secure usernames, enabling seamless and secure online communication in chat rooms.</a:t>
            </a:r>
          </a:p>
          <a:p>
            <a:pPr marL="0" indent="0">
              <a:buNone/>
            </a:pPr>
            <a:endParaRPr lang="en-US" dirty="0"/>
          </a:p>
        </p:txBody>
      </p:sp>
      <p:pic>
        <p:nvPicPr>
          <p:cNvPr id="8" name="Picture 7" descr="A logo of a cube with text&#10;&#10;Description automatically generated">
            <a:extLst>
              <a:ext uri="{FF2B5EF4-FFF2-40B4-BE49-F238E27FC236}">
                <a16:creationId xmlns:a16="http://schemas.microsoft.com/office/drawing/2014/main" id="{91F031E7-1F39-FB4E-E8ED-55DC1B39A4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82356" y="719510"/>
            <a:ext cx="3620576" cy="3620576"/>
          </a:xfrm>
          <a:prstGeom prst="rect">
            <a:avLst/>
          </a:prstGeom>
          <a:noFill/>
        </p:spPr>
      </p:pic>
    </p:spTree>
  </p:cSld>
  <p:clrMapOvr>
    <a:masterClrMapping/>
  </p:clrMapOvr>
  <p:transition advTm="50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E79B3-6F1F-5E07-0A4F-114FAFC1F768}"/>
              </a:ext>
            </a:extLst>
          </p:cNvPr>
          <p:cNvSpPr>
            <a:spLocks noGrp="1"/>
          </p:cNvSpPr>
          <p:nvPr>
            <p:ph type="title"/>
          </p:nvPr>
        </p:nvSpPr>
        <p:spPr/>
        <p:txBody>
          <a:bodyPr/>
          <a:lstStyle/>
          <a:p>
            <a:r>
              <a:rPr lang="en-US" dirty="0"/>
              <a:t>Introduction </a:t>
            </a:r>
            <a:endParaRPr lang="en-IN" dirty="0"/>
          </a:p>
        </p:txBody>
      </p:sp>
      <p:sp>
        <p:nvSpPr>
          <p:cNvPr id="3" name="Date Placeholder 2">
            <a:extLst>
              <a:ext uri="{FF2B5EF4-FFF2-40B4-BE49-F238E27FC236}">
                <a16:creationId xmlns:a16="http://schemas.microsoft.com/office/drawing/2014/main" id="{C98AE29A-B36A-9674-83FA-A3523DE11013}"/>
              </a:ext>
            </a:extLst>
          </p:cNvPr>
          <p:cNvSpPr>
            <a:spLocks noGrp="1"/>
          </p:cNvSpPr>
          <p:nvPr>
            <p:ph type="dt" sz="half" idx="2"/>
          </p:nvPr>
        </p:nvSpPr>
        <p:spPr/>
        <p:txBody>
          <a:bodyPr/>
          <a:lstStyle/>
          <a:p>
            <a:fld id="{6B4D52C1-AC35-45F3-96F2-AA0057DDFF5B}" type="datetime3">
              <a:rPr lang="en-US" smtClean="0"/>
              <a:pPr/>
              <a:t>4 November 2023</a:t>
            </a:fld>
            <a:endParaRPr lang="en-US" dirty="0"/>
          </a:p>
        </p:txBody>
      </p:sp>
      <p:sp>
        <p:nvSpPr>
          <p:cNvPr id="4" name="Footer Placeholder 3">
            <a:extLst>
              <a:ext uri="{FF2B5EF4-FFF2-40B4-BE49-F238E27FC236}">
                <a16:creationId xmlns:a16="http://schemas.microsoft.com/office/drawing/2014/main" id="{3B5AB5E1-FE25-0963-B66D-39CD5C9C627A}"/>
              </a:ext>
            </a:extLst>
          </p:cNvPr>
          <p:cNvSpPr>
            <a:spLocks noGrp="1"/>
          </p:cNvSpPr>
          <p:nvPr>
            <p:ph type="ftr" sz="quarter" idx="3"/>
          </p:nvPr>
        </p:nvSpPr>
        <p:spPr/>
        <p:txBody>
          <a:bodyPr/>
          <a:lstStyle/>
          <a:p>
            <a:r>
              <a:rPr lang="en-US"/>
              <a:t>Department of Computer Science Engineering</a:t>
            </a:r>
            <a:endParaRPr lang="en-US" dirty="0"/>
          </a:p>
        </p:txBody>
      </p:sp>
      <p:sp>
        <p:nvSpPr>
          <p:cNvPr id="5" name="Slide Number Placeholder 4">
            <a:extLst>
              <a:ext uri="{FF2B5EF4-FFF2-40B4-BE49-F238E27FC236}">
                <a16:creationId xmlns:a16="http://schemas.microsoft.com/office/drawing/2014/main" id="{2370C8F6-E62F-51B7-3E56-52BE420786A0}"/>
              </a:ext>
            </a:extLst>
          </p:cNvPr>
          <p:cNvSpPr>
            <a:spLocks noGrp="1"/>
          </p:cNvSpPr>
          <p:nvPr>
            <p:ph type="sldNum" sz="quarter" idx="4"/>
          </p:nvPr>
        </p:nvSpPr>
        <p:spPr/>
        <p:txBody>
          <a:bodyPr/>
          <a:lstStyle/>
          <a:p>
            <a:fld id="{9860EDB8-5305-433F-BE41-D7A86D811DB3}" type="slidenum">
              <a:rPr lang="en-US" smtClean="0"/>
              <a:pPr/>
              <a:t>6</a:t>
            </a:fld>
            <a:endParaRPr lang="en-US" dirty="0"/>
          </a:p>
        </p:txBody>
      </p:sp>
      <p:sp>
        <p:nvSpPr>
          <p:cNvPr id="7" name="Content Placeholder 2">
            <a:extLst>
              <a:ext uri="{FF2B5EF4-FFF2-40B4-BE49-F238E27FC236}">
                <a16:creationId xmlns:a16="http://schemas.microsoft.com/office/drawing/2014/main" id="{578AA041-2E5A-07F4-6116-B1C606718866}"/>
              </a:ext>
            </a:extLst>
          </p:cNvPr>
          <p:cNvSpPr txBox="1">
            <a:spLocks/>
          </p:cNvSpPr>
          <p:nvPr/>
        </p:nvSpPr>
        <p:spPr>
          <a:xfrm>
            <a:off x="324971" y="1570847"/>
            <a:ext cx="11846859" cy="5112846"/>
          </a:xfrm>
          <a:prstGeom prst="rect">
            <a:avLst/>
          </a:prstGeom>
        </p:spPr>
        <p:txBody>
          <a:bodyPr vert="horz" lIns="91440" tIns="45720" rIns="91440" bIns="45720" rtlCol="0">
            <a:normAutofit/>
          </a:bodyPr>
          <a:lstStyle>
            <a:lvl1pPr marL="228600" indent="-228600" algn="just" defTabSz="914400" rtl="0" eaLnBrk="1" latinLnBrk="0" hangingPunct="1">
              <a:lnSpc>
                <a:spcPct val="90000"/>
              </a:lnSpc>
              <a:spcBef>
                <a:spcPct val="30000"/>
              </a:spcBef>
              <a:buClr>
                <a:srgbClr val="0070C0"/>
              </a:buClr>
              <a:buFont typeface="Wingdings" pitchFamily="2" charset="2"/>
              <a:buChar char="v"/>
              <a:defRPr sz="3200" kern="1200">
                <a:solidFill>
                  <a:schemeClr val="tx1"/>
                </a:solidFill>
                <a:latin typeface="Calibri" pitchFamily="34" charset="0"/>
                <a:ea typeface="+mn-ea"/>
                <a:cs typeface="Calibri" pitchFamily="34" charset="0"/>
              </a:defRPr>
            </a:lvl1pPr>
            <a:lvl2pPr marL="685800" indent="-228600" algn="just" defTabSz="914400" rtl="0" eaLnBrk="1" latinLnBrk="0" hangingPunct="1">
              <a:lnSpc>
                <a:spcPct val="90000"/>
              </a:lnSpc>
              <a:spcBef>
                <a:spcPct val="30000"/>
              </a:spcBef>
              <a:buClr>
                <a:srgbClr val="0070C0"/>
              </a:buClr>
              <a:buFont typeface="Wingdings" pitchFamily="2" charset="2"/>
              <a:buChar char="Ø"/>
              <a:defRPr sz="2800" kern="1200">
                <a:solidFill>
                  <a:schemeClr val="tx1"/>
                </a:solidFill>
                <a:latin typeface="Calibri" pitchFamily="34" charset="0"/>
                <a:ea typeface="+mn-ea"/>
                <a:cs typeface="Calibri" pitchFamily="34" charset="0"/>
              </a:defRPr>
            </a:lvl2pPr>
            <a:lvl3pPr marL="1143000" indent="-228600" algn="just" defTabSz="914400" rtl="0" eaLnBrk="1" latinLnBrk="0" hangingPunct="1">
              <a:lnSpc>
                <a:spcPct val="90000"/>
              </a:lnSpc>
              <a:spcBef>
                <a:spcPct val="30000"/>
              </a:spcBef>
              <a:buClr>
                <a:srgbClr val="0070C0"/>
              </a:buClr>
              <a:buFont typeface="Wingdings" pitchFamily="2" charset="2"/>
              <a:buChar char="§"/>
              <a:defRPr sz="2400" kern="1200">
                <a:solidFill>
                  <a:schemeClr val="tx1"/>
                </a:solidFill>
                <a:latin typeface="Calibri" pitchFamily="34" charset="0"/>
                <a:ea typeface="+mn-ea"/>
                <a:cs typeface="Calibri" pitchFamily="34" charset="0"/>
              </a:defRPr>
            </a:lvl3pPr>
            <a:lvl4pPr marL="1600200" indent="-228600" algn="just" defTabSz="914400" rtl="0" eaLnBrk="1" latinLnBrk="0" hangingPunct="1">
              <a:lnSpc>
                <a:spcPct val="90000"/>
              </a:lnSpc>
              <a:spcBef>
                <a:spcPct val="30000"/>
              </a:spcBef>
              <a:buClr>
                <a:srgbClr val="0070C0"/>
              </a:buClr>
              <a:buFont typeface="Courier New" pitchFamily="49" charset="0"/>
              <a:buChar char="o"/>
              <a:defRPr sz="2000" kern="1200">
                <a:solidFill>
                  <a:schemeClr val="tx1"/>
                </a:solidFill>
                <a:latin typeface="Calibri" pitchFamily="34" charset="0"/>
                <a:ea typeface="+mn-ea"/>
                <a:cs typeface="Calibri" pitchFamily="34" charset="0"/>
              </a:defRPr>
            </a:lvl4pPr>
            <a:lvl5pPr marL="2057400" indent="-228600" algn="just" defTabSz="914400" rtl="0" eaLnBrk="1" latinLnBrk="0" hangingPunct="1">
              <a:lnSpc>
                <a:spcPct val="90000"/>
              </a:lnSpc>
              <a:spcBef>
                <a:spcPct val="30000"/>
              </a:spcBef>
              <a:buClr>
                <a:srgbClr val="0070C0"/>
              </a:buClr>
              <a:buFont typeface="Arial" panose="020B0604020202020204" pitchFamily="34" charset="0"/>
              <a:buChar char="•"/>
              <a:defRPr sz="2000" kern="1200">
                <a:solidFill>
                  <a:schemeClr val="tx1"/>
                </a:solidFill>
                <a:latin typeface="Calibri" pitchFamily="34" charset="0"/>
                <a:ea typeface="+mn-ea"/>
                <a:cs typeface="Calibri" pitchFamily="34" charset="0"/>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r>
              <a:rPr lang="en-US" dirty="0"/>
              <a:t>The motivation behind undertaking the specific problem:</a:t>
            </a:r>
          </a:p>
          <a:p>
            <a:pPr marL="0" indent="0">
              <a:buNone/>
            </a:pPr>
            <a:r>
              <a:rPr lang="en-US" sz="2400" dirty="0"/>
              <a:t>Our motivation for embarking on this project stemmed from the frustration experienced by a friend who constantly received spam calls on her shared WhatsApp number. This issue not only caused distractions but also raised serious concerns about privacy and security. We were inspired to develop </a:t>
            </a:r>
            <a:r>
              <a:rPr lang="en-US" sz="2400" dirty="0" err="1"/>
              <a:t>LinkUs</a:t>
            </a:r>
            <a:r>
              <a:rPr lang="en-US" sz="2400" dirty="0"/>
              <a:t> as a solution to empower individuals with a secure and private online communication platform. Leveraging the MEAN stack and real-time communication technologies like </a:t>
            </a:r>
            <a:r>
              <a:rPr lang="en-US" sz="2400" dirty="0" err="1"/>
              <a:t>WebSockets</a:t>
            </a:r>
            <a:r>
              <a:rPr lang="en-US" sz="2400" dirty="0"/>
              <a:t> or Socket.io, we aim to explore the realm of real-time communication and provide users with a chat application that prioritizes their privacy and security. </a:t>
            </a:r>
            <a:r>
              <a:rPr lang="en-US" sz="2400" dirty="0" err="1"/>
              <a:t>LinkUs</a:t>
            </a:r>
            <a:r>
              <a:rPr lang="en-US" sz="2400" dirty="0"/>
              <a:t> aims to revolutionize online interactions, offering users a secure space for digital communication.</a:t>
            </a:r>
          </a:p>
        </p:txBody>
      </p:sp>
    </p:spTree>
    <p:extLst>
      <p:ext uri="{BB962C8B-B14F-4D97-AF65-F5344CB8AC3E}">
        <p14:creationId xmlns:p14="http://schemas.microsoft.com/office/powerpoint/2010/main" val="64775205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Problem Statement</a:t>
            </a:r>
          </a:p>
        </p:txBody>
      </p:sp>
      <p:sp>
        <p:nvSpPr>
          <p:cNvPr id="3" name="Content Placeholder 2"/>
          <p:cNvSpPr>
            <a:spLocks noGrp="1"/>
          </p:cNvSpPr>
          <p:nvPr>
            <p:ph sz="quarter" idx="10"/>
          </p:nvPr>
        </p:nvSpPr>
        <p:spPr>
          <a:xfrm>
            <a:off x="168277" y="1745154"/>
            <a:ext cx="11846859" cy="5112846"/>
          </a:xfrm>
          <a:prstGeom prst="rect">
            <a:avLst/>
          </a:prstGeom>
        </p:spPr>
        <p:txBody>
          <a:bodyPr/>
          <a:lstStyle/>
          <a:p>
            <a:r>
              <a:rPr lang="en-US" dirty="0"/>
              <a:t>Develop a real-time chat application that allows users to create chat rooms, join conversations, exchange messages in real-time</a:t>
            </a:r>
          </a:p>
          <a:p>
            <a:r>
              <a:rPr lang="en-US" dirty="0"/>
              <a:t>Utilize the MERN stack along with technologies like </a:t>
            </a:r>
            <a:r>
              <a:rPr lang="en-US" dirty="0" err="1"/>
              <a:t>WebSockets</a:t>
            </a:r>
            <a:r>
              <a:rPr lang="en-US" dirty="0"/>
              <a:t> or Socket.io for real-time communication.</a:t>
            </a:r>
          </a:p>
        </p:txBody>
      </p:sp>
      <p:sp>
        <p:nvSpPr>
          <p:cNvPr id="4" name="Date Placeholder 3"/>
          <p:cNvSpPr>
            <a:spLocks noGrp="1"/>
          </p:cNvSpPr>
          <p:nvPr>
            <p:ph type="dt" sz="half" idx="2"/>
          </p:nvPr>
        </p:nvSpPr>
        <p:spPr/>
        <p:txBody>
          <a:bodyPr/>
          <a:lstStyle/>
          <a:p>
            <a:fld id="{B008B673-7C08-4512-A3B6-F8D71772C357}" type="datetime3">
              <a:rPr lang="en-US" smtClean="0"/>
              <a:pPr/>
              <a:t>4 November 2023</a:t>
            </a:fld>
            <a:endParaRPr lang="en-US" dirty="0"/>
          </a:p>
        </p:txBody>
      </p:sp>
      <p:sp>
        <p:nvSpPr>
          <p:cNvPr id="5" name="Slide Number Placeholder 4"/>
          <p:cNvSpPr>
            <a:spLocks noGrp="1"/>
          </p:cNvSpPr>
          <p:nvPr>
            <p:ph type="sldNum" sz="quarter" idx="4"/>
          </p:nvPr>
        </p:nvSpPr>
        <p:spPr/>
        <p:txBody>
          <a:bodyPr/>
          <a:lstStyle/>
          <a:p>
            <a:fld id="{9860EDB8-5305-433F-BE41-D7A86D811DB3}" type="slidenum">
              <a:rPr lang="en-US" smtClean="0"/>
              <a:pPr/>
              <a:t>7</a:t>
            </a:fld>
            <a:endParaRPr lang="en-US" dirty="0"/>
          </a:p>
        </p:txBody>
      </p:sp>
      <p:sp>
        <p:nvSpPr>
          <p:cNvPr id="6" name="Footer Placeholder 5"/>
          <p:cNvSpPr>
            <a:spLocks noGrp="1"/>
          </p:cNvSpPr>
          <p:nvPr>
            <p:ph type="ftr" sz="quarter" idx="3"/>
          </p:nvPr>
        </p:nvSpPr>
        <p:spPr/>
        <p:txBody>
          <a:bodyPr/>
          <a:lstStyle/>
          <a:p>
            <a:r>
              <a:rPr lang="en-US"/>
              <a:t>Department of Computer Science Engineering</a:t>
            </a:r>
            <a:endParaRPr lang="en-US"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Survey of Existing Systems</a:t>
            </a:r>
          </a:p>
        </p:txBody>
      </p:sp>
      <p:pic>
        <p:nvPicPr>
          <p:cNvPr id="8" name="Content Placeholder 7" descr="A green square with a white phone in the middle&#10;&#10;Description automatically generated">
            <a:extLst>
              <a:ext uri="{FF2B5EF4-FFF2-40B4-BE49-F238E27FC236}">
                <a16:creationId xmlns:a16="http://schemas.microsoft.com/office/drawing/2014/main" id="{22F7B246-2E9B-D71D-0139-C99C29742764}"/>
              </a:ext>
            </a:extLst>
          </p:cNvPr>
          <p:cNvPicPr>
            <a:picLocks noGrp="1" noChangeAspect="1"/>
          </p:cNvPicPr>
          <p:nvPr>
            <p:ph sz="quarter" idx="10"/>
          </p:nvPr>
        </p:nvPicPr>
        <p:blipFill>
          <a:blip r:embed="rId2" cstate="print">
            <a:extLst>
              <a:ext uri="{28A0092B-C50C-407E-A947-70E740481C1C}">
                <a14:useLocalDpi xmlns:a14="http://schemas.microsoft.com/office/drawing/2010/main" val="0"/>
              </a:ext>
            </a:extLst>
          </a:blip>
          <a:stretch>
            <a:fillRect/>
          </a:stretch>
        </p:blipFill>
        <p:spPr>
          <a:xfrm>
            <a:off x="305312" y="1852047"/>
            <a:ext cx="1562817" cy="1562817"/>
          </a:xfrm>
          <a:prstGeom prst="rect">
            <a:avLst/>
          </a:prstGeom>
        </p:spPr>
      </p:pic>
      <p:sp>
        <p:nvSpPr>
          <p:cNvPr id="4" name="Date Placeholder 3"/>
          <p:cNvSpPr>
            <a:spLocks noGrp="1"/>
          </p:cNvSpPr>
          <p:nvPr>
            <p:ph type="dt" sz="half" idx="2"/>
          </p:nvPr>
        </p:nvSpPr>
        <p:spPr/>
        <p:txBody>
          <a:bodyPr/>
          <a:lstStyle/>
          <a:p>
            <a:fld id="{536549DB-313F-474C-8429-8661589D02E3}" type="datetime3">
              <a:rPr lang="en-US" smtClean="0"/>
              <a:pPr/>
              <a:t>4 November 2023</a:t>
            </a:fld>
            <a:endParaRPr lang="en-US" dirty="0"/>
          </a:p>
        </p:txBody>
      </p:sp>
      <p:sp>
        <p:nvSpPr>
          <p:cNvPr id="5" name="Slide Number Placeholder 4"/>
          <p:cNvSpPr>
            <a:spLocks noGrp="1"/>
          </p:cNvSpPr>
          <p:nvPr>
            <p:ph type="sldNum" sz="quarter" idx="4"/>
          </p:nvPr>
        </p:nvSpPr>
        <p:spPr/>
        <p:txBody>
          <a:bodyPr/>
          <a:lstStyle/>
          <a:p>
            <a:fld id="{9860EDB8-5305-433F-BE41-D7A86D811DB3}" type="slidenum">
              <a:rPr lang="en-US" smtClean="0"/>
              <a:pPr/>
              <a:t>8</a:t>
            </a:fld>
            <a:endParaRPr lang="en-US" dirty="0"/>
          </a:p>
        </p:txBody>
      </p:sp>
      <p:sp>
        <p:nvSpPr>
          <p:cNvPr id="6" name="Footer Placeholder 5"/>
          <p:cNvSpPr>
            <a:spLocks noGrp="1"/>
          </p:cNvSpPr>
          <p:nvPr>
            <p:ph type="ftr" sz="quarter" idx="3"/>
          </p:nvPr>
        </p:nvSpPr>
        <p:spPr/>
        <p:txBody>
          <a:bodyPr/>
          <a:lstStyle/>
          <a:p>
            <a:r>
              <a:rPr lang="en-US"/>
              <a:t>Department of Computer Science Engineering</a:t>
            </a:r>
            <a:endParaRPr lang="en-US" dirty="0"/>
          </a:p>
        </p:txBody>
      </p:sp>
      <p:graphicFrame>
        <p:nvGraphicFramePr>
          <p:cNvPr id="9" name="Table 8">
            <a:extLst>
              <a:ext uri="{FF2B5EF4-FFF2-40B4-BE49-F238E27FC236}">
                <a16:creationId xmlns:a16="http://schemas.microsoft.com/office/drawing/2014/main" id="{59D47D2B-F313-4C38-F38D-3F5A55BAE302}"/>
              </a:ext>
            </a:extLst>
          </p:cNvPr>
          <p:cNvGraphicFramePr>
            <a:graphicFrameLocks noGrp="1"/>
          </p:cNvGraphicFramePr>
          <p:nvPr>
            <p:extLst>
              <p:ext uri="{D42A27DB-BD31-4B8C-83A1-F6EECF244321}">
                <p14:modId xmlns:p14="http://schemas.microsoft.com/office/powerpoint/2010/main" val="4080223355"/>
              </p:ext>
            </p:extLst>
          </p:nvPr>
        </p:nvGraphicFramePr>
        <p:xfrm>
          <a:off x="2213368" y="1416142"/>
          <a:ext cx="9836274" cy="2386864"/>
        </p:xfrm>
        <a:graphic>
          <a:graphicData uri="http://schemas.openxmlformats.org/drawingml/2006/table">
            <a:tbl>
              <a:tblPr firstRow="1" firstCol="1" bandRow="1">
                <a:tableStyleId>{5C22544A-7EE6-4342-B048-85BDC9FD1C3A}</a:tableStyleId>
              </a:tblPr>
              <a:tblGrid>
                <a:gridCol w="5034996">
                  <a:extLst>
                    <a:ext uri="{9D8B030D-6E8A-4147-A177-3AD203B41FA5}">
                      <a16:colId xmlns:a16="http://schemas.microsoft.com/office/drawing/2014/main" val="259597425"/>
                    </a:ext>
                  </a:extLst>
                </a:gridCol>
                <a:gridCol w="4801278">
                  <a:extLst>
                    <a:ext uri="{9D8B030D-6E8A-4147-A177-3AD203B41FA5}">
                      <a16:colId xmlns:a16="http://schemas.microsoft.com/office/drawing/2014/main" val="2318373249"/>
                    </a:ext>
                  </a:extLst>
                </a:gridCol>
              </a:tblGrid>
              <a:tr h="324555">
                <a:tc>
                  <a:txBody>
                    <a:bodyPr/>
                    <a:lstStyle/>
                    <a:p>
                      <a:pPr marL="244475" marR="287655" indent="-234950" algn="ctr">
                        <a:lnSpc>
                          <a:spcPct val="107000"/>
                        </a:lnSpc>
                        <a:spcAft>
                          <a:spcPts val="800"/>
                        </a:spcAft>
                      </a:pPr>
                      <a:r>
                        <a:rPr lang="en-IN" sz="1600" kern="100" dirty="0">
                          <a:effectLst/>
                        </a:rPr>
                        <a:t>Advantages</a:t>
                      </a:r>
                      <a:endParaRPr lang="en-IN" sz="1600" kern="100"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endParaRPr>
                    </a:p>
                  </a:txBody>
                  <a:tcPr marL="68580" marR="68580" marT="0" marB="0"/>
                </a:tc>
                <a:tc>
                  <a:txBody>
                    <a:bodyPr/>
                    <a:lstStyle/>
                    <a:p>
                      <a:pPr marL="244475" marR="287655" indent="-234950" algn="ctr">
                        <a:lnSpc>
                          <a:spcPct val="107000"/>
                        </a:lnSpc>
                        <a:spcAft>
                          <a:spcPts val="800"/>
                        </a:spcAft>
                      </a:pPr>
                      <a:r>
                        <a:rPr lang="en-IN" sz="1600" kern="100" dirty="0">
                          <a:effectLst/>
                        </a:rPr>
                        <a:t>Disadvantages</a:t>
                      </a:r>
                      <a:endParaRPr lang="en-IN" sz="1600" kern="100"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endParaRPr>
                    </a:p>
                  </a:txBody>
                  <a:tcPr marL="68580" marR="68580" marT="0" marB="0"/>
                </a:tc>
                <a:extLst>
                  <a:ext uri="{0D108BD9-81ED-4DB2-BD59-A6C34878D82A}">
                    <a16:rowId xmlns:a16="http://schemas.microsoft.com/office/drawing/2014/main" val="1281069001"/>
                  </a:ext>
                </a:extLst>
              </a:tr>
              <a:tr h="2062309">
                <a:tc>
                  <a:txBody>
                    <a:bodyPr/>
                    <a:lstStyle/>
                    <a:p>
                      <a:endParaRPr lang="en-IN" sz="1100" kern="100" dirty="0">
                        <a:effectLst/>
                      </a:endParaRPr>
                    </a:p>
                    <a:p>
                      <a:pPr marL="742950" marR="287655" lvl="1" indent="-285750" algn="just">
                        <a:spcAft>
                          <a:spcPts val="20"/>
                        </a:spcAft>
                        <a:buSzPts val="1000"/>
                        <a:buFont typeface="Symbol" panose="05050102010706020507" pitchFamily="18" charset="2"/>
                        <a:buChar char=""/>
                        <a:tabLst>
                          <a:tab pos="914400" algn="l"/>
                        </a:tabLst>
                      </a:pPr>
                      <a:r>
                        <a:rPr lang="en-IN" sz="1600" b="0" kern="100" dirty="0">
                          <a:effectLst/>
                          <a:latin typeface="Calibri" panose="020F0502020204030204" pitchFamily="34" charset="0"/>
                          <a:ea typeface="Calibri" panose="020F0502020204030204" pitchFamily="34" charset="0"/>
                          <a:cs typeface="Calibri" panose="020F0502020204030204" pitchFamily="34" charset="0"/>
                        </a:rPr>
                        <a:t>Instant Messaging: Send texts, media, and even voice messages instantly.</a:t>
                      </a:r>
                    </a:p>
                    <a:p>
                      <a:pPr marL="742950" marR="287655" lvl="1" indent="-285750" algn="just">
                        <a:spcAft>
                          <a:spcPts val="20"/>
                        </a:spcAft>
                        <a:buSzPts val="1000"/>
                        <a:buFont typeface="Symbol" panose="05050102010706020507" pitchFamily="18" charset="2"/>
                        <a:buChar char=""/>
                        <a:tabLst>
                          <a:tab pos="914400" algn="l"/>
                        </a:tabLst>
                      </a:pPr>
                      <a:r>
                        <a:rPr lang="en-IN" sz="1600" b="0" kern="100" dirty="0">
                          <a:effectLst/>
                          <a:latin typeface="Calibri" panose="020F0502020204030204" pitchFamily="34" charset="0"/>
                          <a:ea typeface="Calibri" panose="020F0502020204030204" pitchFamily="34" charset="0"/>
                          <a:cs typeface="Calibri" panose="020F0502020204030204" pitchFamily="34" charset="0"/>
                        </a:rPr>
                        <a:t>Group Chats: Communicate with multiple people at once.</a:t>
                      </a:r>
                    </a:p>
                    <a:p>
                      <a:pPr marL="742950" marR="287655" lvl="1" indent="-285750" algn="just">
                        <a:spcAft>
                          <a:spcPts val="20"/>
                        </a:spcAft>
                        <a:buSzPts val="1000"/>
                        <a:buFont typeface="Symbol" panose="05050102010706020507" pitchFamily="18" charset="2"/>
                        <a:buChar char=""/>
                        <a:tabLst>
                          <a:tab pos="914400" algn="l"/>
                        </a:tabLst>
                      </a:pPr>
                      <a:r>
                        <a:rPr lang="en-IN" sz="1600" b="0" kern="100" dirty="0">
                          <a:effectLst/>
                          <a:latin typeface="Calibri" panose="020F0502020204030204" pitchFamily="34" charset="0"/>
                          <a:ea typeface="Calibri" panose="020F0502020204030204" pitchFamily="34" charset="0"/>
                          <a:cs typeface="Calibri" panose="020F0502020204030204" pitchFamily="34" charset="0"/>
                        </a:rPr>
                        <a:t>Encryption: Messages are encrypted, enhancing privacy.</a:t>
                      </a:r>
                    </a:p>
                    <a:p>
                      <a:pPr marL="244475" marR="287655" indent="-234950" algn="l">
                        <a:lnSpc>
                          <a:spcPct val="107000"/>
                        </a:lnSpc>
                        <a:spcAft>
                          <a:spcPts val="800"/>
                        </a:spcAft>
                      </a:pPr>
                      <a:r>
                        <a:rPr lang="en-IN" sz="1200" b="0" kern="100" dirty="0">
                          <a:effectLst/>
                          <a:latin typeface="Calibri" panose="020F0502020204030204" pitchFamily="34" charset="0"/>
                          <a:ea typeface="Calibri" panose="020F0502020204030204" pitchFamily="34" charset="0"/>
                          <a:cs typeface="Calibri" panose="020F0502020204030204" pitchFamily="34" charset="0"/>
                        </a:rPr>
                        <a:t> </a:t>
                      </a:r>
                      <a:endParaRPr lang="en-IN" sz="1200" b="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endParaRPr lang="en-IN" sz="1100" kern="100" dirty="0">
                        <a:effectLst/>
                      </a:endParaRPr>
                    </a:p>
                    <a:p>
                      <a:pPr marL="742950" marR="287655" lvl="1" indent="-285750" algn="just">
                        <a:spcAft>
                          <a:spcPts val="20"/>
                        </a:spcAft>
                        <a:buSzPts val="1000"/>
                        <a:buFont typeface="Symbol" panose="05050102010706020507" pitchFamily="18" charset="2"/>
                        <a:buChar char=""/>
                        <a:tabLst>
                          <a:tab pos="914400" algn="l"/>
                        </a:tabLst>
                      </a:pPr>
                      <a:r>
                        <a:rPr lang="en-IN" sz="1600" kern="100" dirty="0">
                          <a:effectLst/>
                          <a:latin typeface="Calibri" panose="020F0502020204030204" pitchFamily="34" charset="0"/>
                          <a:ea typeface="Calibri" panose="020F0502020204030204" pitchFamily="34" charset="0"/>
                          <a:cs typeface="Calibri" panose="020F0502020204030204" pitchFamily="34" charset="0"/>
                        </a:rPr>
                        <a:t>Requires Phone Number: Users need to share their phone number for registration.</a:t>
                      </a:r>
                    </a:p>
                    <a:p>
                      <a:pPr marL="742950" marR="287655" lvl="1" indent="-285750" algn="just">
                        <a:spcAft>
                          <a:spcPts val="20"/>
                        </a:spcAft>
                        <a:buSzPts val="1000"/>
                        <a:buFont typeface="Symbol" panose="05050102010706020507" pitchFamily="18" charset="2"/>
                        <a:buChar char=""/>
                        <a:tabLst>
                          <a:tab pos="914400" algn="l"/>
                        </a:tabLst>
                      </a:pPr>
                      <a:r>
                        <a:rPr lang="en-IN" sz="1600" kern="100" dirty="0">
                          <a:effectLst/>
                          <a:latin typeface="Calibri" panose="020F0502020204030204" pitchFamily="34" charset="0"/>
                          <a:ea typeface="Calibri" panose="020F0502020204030204" pitchFamily="34" charset="0"/>
                          <a:cs typeface="Calibri" panose="020F0502020204030204" pitchFamily="34" charset="0"/>
                        </a:rPr>
                        <a:t>Limited File Sharing: Sharing large files can be a bit challenging.</a:t>
                      </a:r>
                    </a:p>
                    <a:p>
                      <a:pPr marL="742950" marR="287655" lvl="1" indent="-285750" algn="just">
                        <a:spcAft>
                          <a:spcPts val="20"/>
                        </a:spcAft>
                        <a:buSzPts val="1000"/>
                        <a:buFont typeface="Symbol" panose="05050102010706020507" pitchFamily="18" charset="2"/>
                        <a:buChar char=""/>
                        <a:tabLst>
                          <a:tab pos="914400" algn="l"/>
                        </a:tabLst>
                      </a:pPr>
                      <a:r>
                        <a:rPr lang="en-IN" sz="1600" kern="100" dirty="0">
                          <a:effectLst/>
                          <a:latin typeface="Calibri" panose="020F0502020204030204" pitchFamily="34" charset="0"/>
                          <a:ea typeface="Calibri" panose="020F0502020204030204" pitchFamily="34" charset="0"/>
                          <a:cs typeface="Calibri" panose="020F0502020204030204" pitchFamily="34" charset="0"/>
                        </a:rPr>
                        <a:t>Dependency on Internet: Requires a stable internet connection for communication.</a:t>
                      </a:r>
                    </a:p>
                    <a:p>
                      <a:pPr marL="244475" marR="287655" indent="-234950" algn="l">
                        <a:lnSpc>
                          <a:spcPct val="107000"/>
                        </a:lnSpc>
                        <a:spcAft>
                          <a:spcPts val="800"/>
                        </a:spcAft>
                      </a:pPr>
                      <a:r>
                        <a:rPr lang="en-IN" sz="1200" kern="100" dirty="0">
                          <a:effectLst/>
                          <a:latin typeface="Calibri" panose="020F0502020204030204" pitchFamily="34" charset="0"/>
                          <a:ea typeface="Calibri" panose="020F0502020204030204" pitchFamily="34" charset="0"/>
                          <a:cs typeface="Calibri" panose="020F0502020204030204" pitchFamily="34" charset="0"/>
                        </a:rPr>
                        <a:t> </a:t>
                      </a:r>
                      <a:endParaRPr lang="en-IN" sz="12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913826022"/>
                  </a:ext>
                </a:extLst>
              </a:tr>
            </a:tbl>
          </a:graphicData>
        </a:graphic>
      </p:graphicFrame>
      <p:graphicFrame>
        <p:nvGraphicFramePr>
          <p:cNvPr id="13" name="Table 12">
            <a:extLst>
              <a:ext uri="{FF2B5EF4-FFF2-40B4-BE49-F238E27FC236}">
                <a16:creationId xmlns:a16="http://schemas.microsoft.com/office/drawing/2014/main" id="{72BB3241-71EE-2A99-13CF-7745BA3AA0DD}"/>
              </a:ext>
            </a:extLst>
          </p:cNvPr>
          <p:cNvGraphicFramePr>
            <a:graphicFrameLocks noGrp="1"/>
          </p:cNvGraphicFramePr>
          <p:nvPr>
            <p:extLst>
              <p:ext uri="{D42A27DB-BD31-4B8C-83A1-F6EECF244321}">
                <p14:modId xmlns:p14="http://schemas.microsoft.com/office/powerpoint/2010/main" val="2701008229"/>
              </p:ext>
            </p:extLst>
          </p:nvPr>
        </p:nvGraphicFramePr>
        <p:xfrm>
          <a:off x="2217729" y="3918382"/>
          <a:ext cx="9836274" cy="2482914"/>
        </p:xfrm>
        <a:graphic>
          <a:graphicData uri="http://schemas.openxmlformats.org/drawingml/2006/table">
            <a:tbl>
              <a:tblPr firstRow="1" firstCol="1" bandRow="1">
                <a:tableStyleId>{5C22544A-7EE6-4342-B048-85BDC9FD1C3A}</a:tableStyleId>
              </a:tblPr>
              <a:tblGrid>
                <a:gridCol w="5061706">
                  <a:extLst>
                    <a:ext uri="{9D8B030D-6E8A-4147-A177-3AD203B41FA5}">
                      <a16:colId xmlns:a16="http://schemas.microsoft.com/office/drawing/2014/main" val="259597425"/>
                    </a:ext>
                  </a:extLst>
                </a:gridCol>
                <a:gridCol w="4774568">
                  <a:extLst>
                    <a:ext uri="{9D8B030D-6E8A-4147-A177-3AD203B41FA5}">
                      <a16:colId xmlns:a16="http://schemas.microsoft.com/office/drawing/2014/main" val="2318373249"/>
                    </a:ext>
                  </a:extLst>
                </a:gridCol>
              </a:tblGrid>
              <a:tr h="199749">
                <a:tc>
                  <a:txBody>
                    <a:bodyPr/>
                    <a:lstStyle/>
                    <a:p>
                      <a:pPr marL="244475" marR="287655" indent="-234950" algn="ctr">
                        <a:lnSpc>
                          <a:spcPct val="107000"/>
                        </a:lnSpc>
                        <a:spcAft>
                          <a:spcPts val="800"/>
                        </a:spcAft>
                      </a:pPr>
                      <a:r>
                        <a:rPr lang="en-IN" sz="1600" kern="100" dirty="0">
                          <a:effectLst/>
                        </a:rPr>
                        <a:t>Advantages</a:t>
                      </a:r>
                      <a:endParaRPr lang="en-IN" sz="1600" kern="100"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endParaRPr>
                    </a:p>
                  </a:txBody>
                  <a:tcPr marL="68580" marR="68580" marT="0" marB="0"/>
                </a:tc>
                <a:tc>
                  <a:txBody>
                    <a:bodyPr/>
                    <a:lstStyle/>
                    <a:p>
                      <a:pPr marL="244475" marR="287655" indent="-234950" algn="ctr">
                        <a:lnSpc>
                          <a:spcPct val="107000"/>
                        </a:lnSpc>
                        <a:spcAft>
                          <a:spcPts val="800"/>
                        </a:spcAft>
                      </a:pPr>
                      <a:r>
                        <a:rPr lang="en-IN" sz="1600" kern="100" dirty="0">
                          <a:effectLst/>
                        </a:rPr>
                        <a:t>Disadvantages</a:t>
                      </a:r>
                      <a:endParaRPr lang="en-IN" sz="1600" kern="100"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endParaRPr>
                    </a:p>
                  </a:txBody>
                  <a:tcPr marL="68580" marR="68580" marT="0" marB="0"/>
                </a:tc>
                <a:extLst>
                  <a:ext uri="{0D108BD9-81ED-4DB2-BD59-A6C34878D82A}">
                    <a16:rowId xmlns:a16="http://schemas.microsoft.com/office/drawing/2014/main" val="1281069001"/>
                  </a:ext>
                </a:extLst>
              </a:tr>
              <a:tr h="1841112">
                <a:tc>
                  <a:txBody>
                    <a:bodyPr/>
                    <a:lstStyle/>
                    <a:p>
                      <a:endParaRPr lang="en-IN" sz="1100" kern="100" dirty="0">
                        <a:effectLst/>
                        <a:latin typeface="Calibri" panose="020F0502020204030204" pitchFamily="34" charset="0"/>
                        <a:cs typeface="Mangal" panose="02040503050203030202" pitchFamily="18" charset="0"/>
                      </a:endParaRPr>
                    </a:p>
                    <a:p>
                      <a:pPr marL="742950" marR="287655" lvl="1" indent="-285750" algn="just">
                        <a:spcAft>
                          <a:spcPts val="20"/>
                        </a:spcAft>
                        <a:buSzPts val="1000"/>
                        <a:buFont typeface="Symbol" panose="05050102010706020507" pitchFamily="18" charset="2"/>
                        <a:buChar char=""/>
                        <a:tabLst>
                          <a:tab pos="914400" algn="l"/>
                        </a:tabLst>
                      </a:pPr>
                      <a:r>
                        <a:rPr lang="en-IN" sz="1600" b="0" kern="1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Seamless Integration: Integrates with Facebook, making it easy to connect with friends.</a:t>
                      </a:r>
                    </a:p>
                    <a:p>
                      <a:pPr marL="742950" marR="287655" lvl="1" indent="-285750" algn="just">
                        <a:spcAft>
                          <a:spcPts val="20"/>
                        </a:spcAft>
                        <a:buSzPts val="1000"/>
                        <a:buFont typeface="Symbol" panose="05050102010706020507" pitchFamily="18" charset="2"/>
                        <a:buChar char=""/>
                        <a:tabLst>
                          <a:tab pos="914400" algn="l"/>
                        </a:tabLst>
                      </a:pPr>
                      <a:r>
                        <a:rPr lang="en-IN" sz="1600" b="0" kern="1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Chat Heads: Offers floating chat heads for multitasking while messaging.</a:t>
                      </a:r>
                    </a:p>
                    <a:p>
                      <a:pPr marL="742950" marR="287655" lvl="1" indent="-285750" algn="just">
                        <a:spcAft>
                          <a:spcPts val="20"/>
                        </a:spcAft>
                        <a:buSzPts val="1000"/>
                        <a:buFont typeface="Symbol" panose="05050102010706020507" pitchFamily="18" charset="2"/>
                        <a:buChar char=""/>
                        <a:tabLst>
                          <a:tab pos="914400" algn="l"/>
                        </a:tabLst>
                      </a:pPr>
                      <a:r>
                        <a:rPr lang="en-IN" sz="1600" b="0" kern="1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Rich Media Sharing: Share photos, videos, GIFs, and more.</a:t>
                      </a:r>
                    </a:p>
                    <a:p>
                      <a:pPr marL="914400" marR="287655" indent="-234950" algn="just">
                        <a:spcAft>
                          <a:spcPts val="20"/>
                        </a:spcAft>
                      </a:pPr>
                      <a:r>
                        <a:rPr lang="en-IN" sz="1200" kern="100" dirty="0">
                          <a:solidFill>
                            <a:schemeClr val="bg1"/>
                          </a:solidFill>
                          <a:effectLst/>
                          <a:latin typeface="Times New Roman" panose="02020603050405020304" pitchFamily="18" charset="0"/>
                          <a:ea typeface="Times New Roman" panose="02020603050405020304" pitchFamily="18" charset="0"/>
                          <a:cs typeface="Mangal" panose="02040503050203030202" pitchFamily="18" charset="0"/>
                        </a:rPr>
                        <a:t> </a:t>
                      </a:r>
                    </a:p>
                    <a:p>
                      <a:pPr marL="244475" marR="287655" indent="-234950" algn="l">
                        <a:lnSpc>
                          <a:spcPct val="107000"/>
                        </a:lnSpc>
                        <a:spcAft>
                          <a:spcPts val="800"/>
                        </a:spcAft>
                      </a:pPr>
                      <a:r>
                        <a:rPr lang="en-IN" sz="1200" kern="100" dirty="0">
                          <a:solidFill>
                            <a:schemeClr val="bg1"/>
                          </a:solidFill>
                          <a:effectLst/>
                          <a:latin typeface="Times New Roman" panose="02020603050405020304" pitchFamily="18" charset="0"/>
                          <a:ea typeface="Times New Roman" panose="02020603050405020304" pitchFamily="18" charset="0"/>
                          <a:cs typeface="Mangal" panose="02040503050203030202" pitchFamily="18" charset="0"/>
                        </a:rPr>
                        <a:t> </a:t>
                      </a:r>
                    </a:p>
                  </a:txBody>
                  <a:tcPr marL="68580" marR="68580" marT="0" marB="0"/>
                </a:tc>
                <a:tc>
                  <a:txBody>
                    <a:bodyPr/>
                    <a:lstStyle/>
                    <a:p>
                      <a:endParaRPr lang="en-IN" sz="1100" kern="100" dirty="0">
                        <a:effectLst/>
                        <a:latin typeface="Calibri" panose="020F0502020204030204" pitchFamily="34" charset="0"/>
                        <a:cs typeface="Mangal" panose="02040503050203030202" pitchFamily="18" charset="0"/>
                      </a:endParaRPr>
                    </a:p>
                    <a:p>
                      <a:pPr marL="742950" marR="287655" lvl="1" indent="-285750" algn="just">
                        <a:spcAft>
                          <a:spcPts val="20"/>
                        </a:spcAft>
                        <a:buSzPts val="1000"/>
                        <a:buFont typeface="Symbol" panose="05050102010706020507" pitchFamily="18" charset="2"/>
                        <a:buChar char=""/>
                        <a:tabLst>
                          <a:tab pos="914400" algn="l"/>
                        </a:tabLst>
                      </a:pPr>
                      <a:r>
                        <a:rPr lang="en-IN" sz="16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Privacy Concerns: Users might feel their data is being used for advertising.</a:t>
                      </a:r>
                    </a:p>
                    <a:p>
                      <a:pPr marL="742950" marR="287655" lvl="1" indent="-285750" algn="just">
                        <a:spcAft>
                          <a:spcPts val="20"/>
                        </a:spcAft>
                        <a:buSzPts val="1000"/>
                        <a:buFont typeface="Symbol" panose="05050102010706020507" pitchFamily="18" charset="2"/>
                        <a:buChar char=""/>
                        <a:tabLst>
                          <a:tab pos="914400" algn="l"/>
                        </a:tabLst>
                      </a:pPr>
                      <a:r>
                        <a:rPr lang="en-IN" sz="16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Resource Intensive: Can consume a significant amount of device resources.</a:t>
                      </a:r>
                    </a:p>
                    <a:p>
                      <a:pPr marL="742950" marR="287655" lvl="1" indent="-285750" algn="just">
                        <a:spcAft>
                          <a:spcPts val="20"/>
                        </a:spcAft>
                        <a:buSzPts val="1000"/>
                        <a:buFont typeface="Symbol" panose="05050102010706020507" pitchFamily="18" charset="2"/>
                        <a:buChar char=""/>
                        <a:tabLst>
                          <a:tab pos="914400" algn="l"/>
                        </a:tabLst>
                      </a:pPr>
                      <a:r>
                        <a:rPr lang="en-IN" sz="16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Interface Complexity: Some users find the interface cluttered.</a:t>
                      </a:r>
                    </a:p>
                    <a:p>
                      <a:pPr marL="914400" marR="287655" indent="-234950" algn="just">
                        <a:spcAft>
                          <a:spcPts val="20"/>
                        </a:spcAft>
                      </a:pPr>
                      <a:r>
                        <a:rPr lang="en-IN" sz="12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pPr marL="244475" marR="287655" indent="-234950" algn="l">
                        <a:lnSpc>
                          <a:spcPct val="107000"/>
                        </a:lnSpc>
                        <a:spcAft>
                          <a:spcPts val="800"/>
                        </a:spcAft>
                      </a:pPr>
                      <a:r>
                        <a:rPr lang="en-IN" sz="12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68580" marR="68580" marT="0" marB="0"/>
                </a:tc>
                <a:extLst>
                  <a:ext uri="{0D108BD9-81ED-4DB2-BD59-A6C34878D82A}">
                    <a16:rowId xmlns:a16="http://schemas.microsoft.com/office/drawing/2014/main" val="913826022"/>
                  </a:ext>
                </a:extLst>
              </a:tr>
            </a:tbl>
          </a:graphicData>
        </a:graphic>
      </p:graphicFrame>
      <p:pic>
        <p:nvPicPr>
          <p:cNvPr id="14" name="Content Placeholder 7">
            <a:extLst>
              <a:ext uri="{FF2B5EF4-FFF2-40B4-BE49-F238E27FC236}">
                <a16:creationId xmlns:a16="http://schemas.microsoft.com/office/drawing/2014/main" id="{C1FCCC61-DC1E-2258-5252-493CECB81A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5311" y="4378430"/>
            <a:ext cx="1562817" cy="1562817"/>
          </a:xfrm>
          <a:prstGeom prst="rect">
            <a:avLst/>
          </a:prstGeom>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Survey of Existing Systems</a:t>
            </a:r>
          </a:p>
        </p:txBody>
      </p:sp>
      <p:sp>
        <p:nvSpPr>
          <p:cNvPr id="4" name="Date Placeholder 3"/>
          <p:cNvSpPr>
            <a:spLocks noGrp="1"/>
          </p:cNvSpPr>
          <p:nvPr>
            <p:ph type="dt" sz="half" idx="2"/>
          </p:nvPr>
        </p:nvSpPr>
        <p:spPr/>
        <p:txBody>
          <a:bodyPr/>
          <a:lstStyle/>
          <a:p>
            <a:fld id="{536549DB-313F-474C-8429-8661589D02E3}" type="datetime3">
              <a:rPr lang="en-US" smtClean="0"/>
              <a:pPr/>
              <a:t>4 November 2023</a:t>
            </a:fld>
            <a:endParaRPr lang="en-US" dirty="0"/>
          </a:p>
        </p:txBody>
      </p:sp>
      <p:sp>
        <p:nvSpPr>
          <p:cNvPr id="5" name="Slide Number Placeholder 4"/>
          <p:cNvSpPr>
            <a:spLocks noGrp="1"/>
          </p:cNvSpPr>
          <p:nvPr>
            <p:ph type="sldNum" sz="quarter" idx="4"/>
          </p:nvPr>
        </p:nvSpPr>
        <p:spPr/>
        <p:txBody>
          <a:bodyPr/>
          <a:lstStyle/>
          <a:p>
            <a:fld id="{9860EDB8-5305-433F-BE41-D7A86D811DB3}" type="slidenum">
              <a:rPr lang="en-US" smtClean="0"/>
              <a:pPr/>
              <a:t>9</a:t>
            </a:fld>
            <a:endParaRPr lang="en-US" dirty="0"/>
          </a:p>
        </p:txBody>
      </p:sp>
      <p:sp>
        <p:nvSpPr>
          <p:cNvPr id="6" name="Footer Placeholder 5"/>
          <p:cNvSpPr>
            <a:spLocks noGrp="1"/>
          </p:cNvSpPr>
          <p:nvPr>
            <p:ph type="ftr" sz="quarter" idx="3"/>
          </p:nvPr>
        </p:nvSpPr>
        <p:spPr/>
        <p:txBody>
          <a:bodyPr/>
          <a:lstStyle/>
          <a:p>
            <a:r>
              <a:rPr lang="en-US"/>
              <a:t>Department of Computer Science Engineering</a:t>
            </a:r>
            <a:endParaRPr lang="en-US" dirty="0"/>
          </a:p>
        </p:txBody>
      </p:sp>
      <p:pic>
        <p:nvPicPr>
          <p:cNvPr id="11" name="Content Placeholder 10">
            <a:extLst>
              <a:ext uri="{FF2B5EF4-FFF2-40B4-BE49-F238E27FC236}">
                <a16:creationId xmlns:a16="http://schemas.microsoft.com/office/drawing/2014/main" id="{CA9ED8B2-BE70-D445-3762-90B9A9D6A08D}"/>
              </a:ext>
            </a:extLst>
          </p:cNvPr>
          <p:cNvPicPr>
            <a:picLocks noGrp="1" noChangeAspect="1"/>
          </p:cNvPicPr>
          <p:nvPr>
            <p:ph sz="quarter" idx="10"/>
          </p:nvPr>
        </p:nvPicPr>
        <p:blipFill>
          <a:blip r:embed="rId2" cstate="print">
            <a:extLst>
              <a:ext uri="{28A0092B-C50C-407E-A947-70E740481C1C}">
                <a14:useLocalDpi xmlns:a14="http://schemas.microsoft.com/office/drawing/2010/main" val="0"/>
              </a:ext>
            </a:extLst>
          </a:blip>
          <a:stretch>
            <a:fillRect/>
          </a:stretch>
        </p:blipFill>
        <p:spPr>
          <a:xfrm>
            <a:off x="87688" y="1941563"/>
            <a:ext cx="3044068" cy="1902542"/>
          </a:xfrm>
        </p:spPr>
      </p:pic>
      <p:graphicFrame>
        <p:nvGraphicFramePr>
          <p:cNvPr id="12" name="Table 11">
            <a:extLst>
              <a:ext uri="{FF2B5EF4-FFF2-40B4-BE49-F238E27FC236}">
                <a16:creationId xmlns:a16="http://schemas.microsoft.com/office/drawing/2014/main" id="{BD8FF8B4-730B-408F-66B0-C7A6C7B13890}"/>
              </a:ext>
            </a:extLst>
          </p:cNvPr>
          <p:cNvGraphicFramePr>
            <a:graphicFrameLocks noGrp="1"/>
          </p:cNvGraphicFramePr>
          <p:nvPr>
            <p:extLst>
              <p:ext uri="{D42A27DB-BD31-4B8C-83A1-F6EECF244321}">
                <p14:modId xmlns:p14="http://schemas.microsoft.com/office/powerpoint/2010/main" val="54991643"/>
              </p:ext>
            </p:extLst>
          </p:nvPr>
        </p:nvGraphicFramePr>
        <p:xfrm>
          <a:off x="2915920" y="1374771"/>
          <a:ext cx="9112948" cy="2792286"/>
        </p:xfrm>
        <a:graphic>
          <a:graphicData uri="http://schemas.openxmlformats.org/drawingml/2006/table">
            <a:tbl>
              <a:tblPr firstRow="1" firstCol="1" bandRow="1">
                <a:tableStyleId>{5C22544A-7EE6-4342-B048-85BDC9FD1C3A}</a:tableStyleId>
              </a:tblPr>
              <a:tblGrid>
                <a:gridCol w="4738980">
                  <a:extLst>
                    <a:ext uri="{9D8B030D-6E8A-4147-A177-3AD203B41FA5}">
                      <a16:colId xmlns:a16="http://schemas.microsoft.com/office/drawing/2014/main" val="259597425"/>
                    </a:ext>
                  </a:extLst>
                </a:gridCol>
                <a:gridCol w="4373968">
                  <a:extLst>
                    <a:ext uri="{9D8B030D-6E8A-4147-A177-3AD203B41FA5}">
                      <a16:colId xmlns:a16="http://schemas.microsoft.com/office/drawing/2014/main" val="2318373249"/>
                    </a:ext>
                  </a:extLst>
                </a:gridCol>
              </a:tblGrid>
              <a:tr h="211653">
                <a:tc>
                  <a:txBody>
                    <a:bodyPr/>
                    <a:lstStyle/>
                    <a:p>
                      <a:pPr marL="244475" marR="287655" indent="-234950" algn="ctr">
                        <a:lnSpc>
                          <a:spcPct val="107000"/>
                        </a:lnSpc>
                        <a:spcAft>
                          <a:spcPts val="800"/>
                        </a:spcAft>
                      </a:pPr>
                      <a:r>
                        <a:rPr lang="en-IN" sz="1600" kern="100" dirty="0">
                          <a:effectLst/>
                        </a:rPr>
                        <a:t>Advantages</a:t>
                      </a:r>
                      <a:endParaRPr lang="en-IN" sz="1600" kern="100"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endParaRPr>
                    </a:p>
                  </a:txBody>
                  <a:tcPr marL="68580" marR="68580" marT="0" marB="0"/>
                </a:tc>
                <a:tc>
                  <a:txBody>
                    <a:bodyPr/>
                    <a:lstStyle/>
                    <a:p>
                      <a:pPr marL="244475" marR="287655" indent="-234950" algn="ctr">
                        <a:lnSpc>
                          <a:spcPct val="107000"/>
                        </a:lnSpc>
                        <a:spcAft>
                          <a:spcPts val="800"/>
                        </a:spcAft>
                      </a:pPr>
                      <a:r>
                        <a:rPr lang="en-IN" sz="1600" kern="100" dirty="0">
                          <a:effectLst/>
                        </a:rPr>
                        <a:t>Disadvantages</a:t>
                      </a:r>
                      <a:endParaRPr lang="en-IN" sz="1600" kern="100"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endParaRPr>
                    </a:p>
                  </a:txBody>
                  <a:tcPr marL="68580" marR="68580" marT="0" marB="0"/>
                </a:tc>
                <a:extLst>
                  <a:ext uri="{0D108BD9-81ED-4DB2-BD59-A6C34878D82A}">
                    <a16:rowId xmlns:a16="http://schemas.microsoft.com/office/drawing/2014/main" val="1281069001"/>
                  </a:ext>
                </a:extLst>
              </a:tr>
              <a:tr h="2432653">
                <a:tc>
                  <a:txBody>
                    <a:bodyPr/>
                    <a:lstStyle/>
                    <a:p>
                      <a:endParaRPr lang="en-IN" sz="1100" kern="100" dirty="0">
                        <a:effectLst/>
                        <a:latin typeface="Calibri" panose="020F0502020204030204" pitchFamily="34" charset="0"/>
                        <a:cs typeface="Mangal" panose="02040503050203030202" pitchFamily="18" charset="0"/>
                      </a:endParaRPr>
                    </a:p>
                    <a:p>
                      <a:pPr marL="742950" marR="287655" lvl="1" indent="-285750" algn="just">
                        <a:spcAft>
                          <a:spcPts val="20"/>
                        </a:spcAft>
                        <a:buSzPts val="1000"/>
                        <a:buFont typeface="Symbol" panose="05050102010706020507" pitchFamily="18" charset="2"/>
                        <a:buChar char=""/>
                        <a:tabLst>
                          <a:tab pos="914400" algn="l"/>
                        </a:tabLst>
                      </a:pPr>
                      <a:r>
                        <a:rPr lang="en-IN" sz="1600" b="0" kern="1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Enhanced Privacy: Offers self-destructing messages and end-to-end encryption.</a:t>
                      </a:r>
                    </a:p>
                    <a:p>
                      <a:pPr marL="742950" marR="287655" lvl="1" indent="-285750" algn="just">
                        <a:spcAft>
                          <a:spcPts val="20"/>
                        </a:spcAft>
                        <a:buSzPts val="1000"/>
                        <a:buFont typeface="Symbol" panose="05050102010706020507" pitchFamily="18" charset="2"/>
                        <a:buChar char=""/>
                        <a:tabLst>
                          <a:tab pos="914400" algn="l"/>
                        </a:tabLst>
                      </a:pPr>
                      <a:r>
                        <a:rPr lang="en-IN" sz="1600" b="0" kern="1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Large File Sharing: Users can share files up to 2 GB each.</a:t>
                      </a:r>
                    </a:p>
                    <a:p>
                      <a:pPr marL="742950" marR="287655" lvl="1" indent="-285750" algn="just">
                        <a:spcAft>
                          <a:spcPts val="20"/>
                        </a:spcAft>
                        <a:buSzPts val="1000"/>
                        <a:buFont typeface="Symbol" panose="05050102010706020507" pitchFamily="18" charset="2"/>
                        <a:buChar char=""/>
                        <a:tabLst>
                          <a:tab pos="914400" algn="l"/>
                        </a:tabLst>
                      </a:pPr>
                      <a:r>
                        <a:rPr lang="en-IN" sz="1600" b="0" kern="1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Channels and Bots: Users can join channels and interact with bots.</a:t>
                      </a:r>
                    </a:p>
                    <a:p>
                      <a:pPr marL="244475" marR="287655" indent="-234950" algn="l">
                        <a:lnSpc>
                          <a:spcPct val="107000"/>
                        </a:lnSpc>
                        <a:spcAft>
                          <a:spcPts val="800"/>
                        </a:spcAft>
                      </a:pPr>
                      <a:r>
                        <a:rPr lang="en-IN" sz="1600" b="0" kern="1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p>
                  </a:txBody>
                  <a:tcPr marL="68580" marR="68580" marT="0" marB="0"/>
                </a:tc>
                <a:tc>
                  <a:txBody>
                    <a:bodyPr/>
                    <a:lstStyle/>
                    <a:p>
                      <a:endParaRPr lang="en-IN" sz="1100" kern="100" dirty="0">
                        <a:effectLst/>
                        <a:latin typeface="Calibri" panose="020F0502020204030204" pitchFamily="34" charset="0"/>
                        <a:cs typeface="Mangal" panose="02040503050203030202" pitchFamily="18" charset="0"/>
                      </a:endParaRPr>
                    </a:p>
                    <a:p>
                      <a:pPr marL="742950" marR="287655" lvl="1" indent="-285750" algn="just">
                        <a:spcAft>
                          <a:spcPts val="20"/>
                        </a:spcAft>
                        <a:buSzPts val="1000"/>
                        <a:buFont typeface="Symbol" panose="05050102010706020507" pitchFamily="18" charset="2"/>
                        <a:buChar char=""/>
                        <a:tabLst>
                          <a:tab pos="914400" algn="l"/>
                        </a:tabLst>
                      </a:pPr>
                      <a:r>
                        <a:rPr lang="en-IN" sz="16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Smaller User Base: Fewer users compared to WhatsApp or Messenger.</a:t>
                      </a:r>
                    </a:p>
                    <a:p>
                      <a:pPr marL="742950" marR="287655" lvl="1" indent="-285750" algn="just">
                        <a:spcAft>
                          <a:spcPts val="20"/>
                        </a:spcAft>
                        <a:buSzPts val="1000"/>
                        <a:buFont typeface="Symbol" panose="05050102010706020507" pitchFamily="18" charset="2"/>
                        <a:buChar char=""/>
                        <a:tabLst>
                          <a:tab pos="914400" algn="l"/>
                        </a:tabLst>
                      </a:pPr>
                      <a:r>
                        <a:rPr lang="en-IN" sz="16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Stickers and Bots: While fun, some might find stickers and bots distracting.</a:t>
                      </a:r>
                    </a:p>
                    <a:p>
                      <a:pPr marL="742950" marR="287655" lvl="1" indent="-285750" algn="just">
                        <a:spcAft>
                          <a:spcPts val="20"/>
                        </a:spcAft>
                        <a:buSzPts val="1000"/>
                        <a:buFont typeface="Symbol" panose="05050102010706020507" pitchFamily="18" charset="2"/>
                        <a:buChar char=""/>
                        <a:tabLst>
                          <a:tab pos="914400" algn="l"/>
                        </a:tabLst>
                      </a:pPr>
                      <a:r>
                        <a:rPr lang="en-IN" sz="16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Video Calling Limitations: Video calls are available but may not be as advanced as other apps.</a:t>
                      </a:r>
                    </a:p>
                    <a:p>
                      <a:pPr marL="914400" marR="287655" indent="-234950" algn="just">
                        <a:spcAft>
                          <a:spcPts val="20"/>
                        </a:spcAft>
                      </a:pPr>
                      <a:r>
                        <a:rPr lang="en-IN" sz="16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pPr marL="244475" marR="287655" indent="-234950" algn="l">
                        <a:lnSpc>
                          <a:spcPct val="107000"/>
                        </a:lnSpc>
                        <a:spcAft>
                          <a:spcPts val="800"/>
                        </a:spcAft>
                      </a:pPr>
                      <a:r>
                        <a:rPr lang="en-IN" sz="12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68580" marR="68580" marT="0" marB="0"/>
                </a:tc>
                <a:extLst>
                  <a:ext uri="{0D108BD9-81ED-4DB2-BD59-A6C34878D82A}">
                    <a16:rowId xmlns:a16="http://schemas.microsoft.com/office/drawing/2014/main" val="913826022"/>
                  </a:ext>
                </a:extLst>
              </a:tr>
            </a:tbl>
          </a:graphicData>
        </a:graphic>
      </p:graphicFrame>
      <p:graphicFrame>
        <p:nvGraphicFramePr>
          <p:cNvPr id="7" name="Table 6">
            <a:extLst>
              <a:ext uri="{FF2B5EF4-FFF2-40B4-BE49-F238E27FC236}">
                <a16:creationId xmlns:a16="http://schemas.microsoft.com/office/drawing/2014/main" id="{9579F2C7-60F0-0EEF-06FF-E7A756984F8E}"/>
              </a:ext>
            </a:extLst>
          </p:cNvPr>
          <p:cNvGraphicFramePr>
            <a:graphicFrameLocks noGrp="1"/>
          </p:cNvGraphicFramePr>
          <p:nvPr>
            <p:extLst>
              <p:ext uri="{D42A27DB-BD31-4B8C-83A1-F6EECF244321}">
                <p14:modId xmlns:p14="http://schemas.microsoft.com/office/powerpoint/2010/main" val="352408549"/>
              </p:ext>
            </p:extLst>
          </p:nvPr>
        </p:nvGraphicFramePr>
        <p:xfrm>
          <a:off x="2915920" y="4241062"/>
          <a:ext cx="9112948" cy="2112786"/>
        </p:xfrm>
        <a:graphic>
          <a:graphicData uri="http://schemas.openxmlformats.org/drawingml/2006/table">
            <a:tbl>
              <a:tblPr firstRow="1" firstCol="1" bandRow="1">
                <a:tableStyleId>{5C22544A-7EE6-4342-B048-85BDC9FD1C3A}</a:tableStyleId>
              </a:tblPr>
              <a:tblGrid>
                <a:gridCol w="4714240">
                  <a:extLst>
                    <a:ext uri="{9D8B030D-6E8A-4147-A177-3AD203B41FA5}">
                      <a16:colId xmlns:a16="http://schemas.microsoft.com/office/drawing/2014/main" val="259597425"/>
                    </a:ext>
                  </a:extLst>
                </a:gridCol>
                <a:gridCol w="4398708">
                  <a:extLst>
                    <a:ext uri="{9D8B030D-6E8A-4147-A177-3AD203B41FA5}">
                      <a16:colId xmlns:a16="http://schemas.microsoft.com/office/drawing/2014/main" val="2318373249"/>
                    </a:ext>
                  </a:extLst>
                </a:gridCol>
              </a:tblGrid>
              <a:tr h="204180">
                <a:tc>
                  <a:txBody>
                    <a:bodyPr/>
                    <a:lstStyle/>
                    <a:p>
                      <a:pPr marL="244475" marR="287655" indent="-234950" algn="ctr">
                        <a:lnSpc>
                          <a:spcPct val="107000"/>
                        </a:lnSpc>
                        <a:spcAft>
                          <a:spcPts val="800"/>
                        </a:spcAft>
                      </a:pPr>
                      <a:r>
                        <a:rPr lang="en-IN" sz="1600" kern="100" dirty="0">
                          <a:effectLst/>
                        </a:rPr>
                        <a:t>Advantages</a:t>
                      </a:r>
                      <a:endParaRPr lang="en-IN" sz="1600" kern="100"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endParaRPr>
                    </a:p>
                  </a:txBody>
                  <a:tcPr marL="68580" marR="68580" marT="0" marB="0"/>
                </a:tc>
                <a:tc>
                  <a:txBody>
                    <a:bodyPr/>
                    <a:lstStyle/>
                    <a:p>
                      <a:pPr marL="244475" marR="287655" indent="-234950" algn="ctr">
                        <a:lnSpc>
                          <a:spcPct val="107000"/>
                        </a:lnSpc>
                        <a:spcAft>
                          <a:spcPts val="800"/>
                        </a:spcAft>
                      </a:pPr>
                      <a:r>
                        <a:rPr lang="en-IN" sz="1600" kern="100" dirty="0">
                          <a:effectLst/>
                        </a:rPr>
                        <a:t>Disadvantages</a:t>
                      </a:r>
                      <a:endParaRPr lang="en-IN" sz="1600" kern="100"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endParaRPr>
                    </a:p>
                  </a:txBody>
                  <a:tcPr marL="68580" marR="68580" marT="0" marB="0"/>
                </a:tc>
                <a:extLst>
                  <a:ext uri="{0D108BD9-81ED-4DB2-BD59-A6C34878D82A}">
                    <a16:rowId xmlns:a16="http://schemas.microsoft.com/office/drawing/2014/main" val="1281069001"/>
                  </a:ext>
                </a:extLst>
              </a:tr>
              <a:tr h="1869771">
                <a:tc>
                  <a:txBody>
                    <a:bodyPr/>
                    <a:lstStyle/>
                    <a:p>
                      <a:endParaRPr lang="en-IN" sz="1100" kern="100" dirty="0">
                        <a:effectLst/>
                        <a:latin typeface="Calibri" panose="020F0502020204030204" pitchFamily="34" charset="0"/>
                        <a:cs typeface="Mangal" panose="02040503050203030202" pitchFamily="18" charset="0"/>
                      </a:endParaRPr>
                    </a:p>
                    <a:p>
                      <a:pPr marL="742950" marR="287655" lvl="1" indent="-285750" algn="just">
                        <a:spcAft>
                          <a:spcPts val="20"/>
                        </a:spcAft>
                        <a:buSzPts val="1000"/>
                        <a:buFont typeface="Symbol" panose="05050102010706020507" pitchFamily="18" charset="2"/>
                        <a:buChar char=""/>
                        <a:tabLst>
                          <a:tab pos="914400" algn="l"/>
                        </a:tabLst>
                      </a:pPr>
                      <a:r>
                        <a:rPr lang="en-IN" sz="1600" b="0" kern="1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Temporary Messages: Messages and media disappear after a short time.</a:t>
                      </a:r>
                    </a:p>
                    <a:p>
                      <a:pPr marL="742950" marR="287655" lvl="1" indent="-285750" algn="just">
                        <a:spcAft>
                          <a:spcPts val="20"/>
                        </a:spcAft>
                        <a:buSzPts val="1000"/>
                        <a:buFont typeface="Symbol" panose="05050102010706020507" pitchFamily="18" charset="2"/>
                        <a:buChar char=""/>
                        <a:tabLst>
                          <a:tab pos="914400" algn="l"/>
                        </a:tabLst>
                      </a:pPr>
                      <a:r>
                        <a:rPr lang="en-IN" sz="1600" b="0" kern="1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Lenses and Filters: Offers fun filters and interactive lenses.</a:t>
                      </a:r>
                    </a:p>
                    <a:p>
                      <a:pPr marL="914400" marR="287655" indent="-234950" algn="just">
                        <a:spcAft>
                          <a:spcPts val="20"/>
                        </a:spcAft>
                      </a:pPr>
                      <a:r>
                        <a:rPr lang="en-IN" sz="1200" b="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pPr marL="244475" marR="287655" indent="-234950" algn="l">
                        <a:lnSpc>
                          <a:spcPct val="107000"/>
                        </a:lnSpc>
                        <a:spcAft>
                          <a:spcPts val="800"/>
                        </a:spcAft>
                      </a:pPr>
                      <a:r>
                        <a:rPr lang="en-IN" sz="1200" kern="100"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 </a:t>
                      </a:r>
                    </a:p>
                  </a:txBody>
                  <a:tcPr marL="68580" marR="68580" marT="0" marB="0"/>
                </a:tc>
                <a:tc>
                  <a:txBody>
                    <a:bodyPr/>
                    <a:lstStyle/>
                    <a:p>
                      <a:pPr marL="742950" marR="287655" lvl="1" indent="-285750" algn="just">
                        <a:spcAft>
                          <a:spcPts val="20"/>
                        </a:spcAft>
                        <a:buSzPts val="1000"/>
                        <a:buFont typeface="Arial" panose="020B0604020202020204" pitchFamily="34" charset="0"/>
                        <a:buChar char="•"/>
                        <a:tabLst>
                          <a:tab pos="914400" algn="l"/>
                        </a:tabLst>
                      </a:pPr>
                      <a:endParaRPr lang="en-IN" sz="16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742950" marR="287655" lvl="1" indent="-285750" algn="just">
                        <a:spcAft>
                          <a:spcPts val="20"/>
                        </a:spcAft>
                        <a:buSzPts val="1000"/>
                        <a:buFont typeface="Arial" panose="020B0604020202020204" pitchFamily="34" charset="0"/>
                        <a:buChar char="•"/>
                        <a:tabLst>
                          <a:tab pos="914400" algn="l"/>
                        </a:tabLst>
                      </a:pPr>
                      <a:r>
                        <a:rPr lang="en-IN" sz="16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Learning Curve: Some users might find the interface confusing initially.</a:t>
                      </a:r>
                    </a:p>
                    <a:p>
                      <a:pPr marL="742950" marR="287655" lvl="1" indent="-285750" algn="just">
                        <a:spcAft>
                          <a:spcPts val="20"/>
                        </a:spcAft>
                        <a:buSzPts val="1000"/>
                        <a:buFont typeface="Arial" panose="020B0604020202020204" pitchFamily="34" charset="0"/>
                        <a:buChar char="•"/>
                        <a:tabLst>
                          <a:tab pos="914400" algn="l"/>
                        </a:tabLst>
                      </a:pPr>
                      <a:r>
                        <a:rPr lang="en-IN" sz="16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Privacy Concerns: Despite temporary messages, privacy concerns have arisen</a:t>
                      </a:r>
                      <a:r>
                        <a:rPr lang="en-IN" sz="12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pPr marL="244475" marR="287655" indent="-234950" algn="l">
                        <a:lnSpc>
                          <a:spcPct val="107000"/>
                        </a:lnSpc>
                        <a:spcAft>
                          <a:spcPts val="800"/>
                        </a:spcAft>
                      </a:pPr>
                      <a:r>
                        <a:rPr lang="en-IN" sz="1200" kern="100"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 </a:t>
                      </a:r>
                    </a:p>
                  </a:txBody>
                  <a:tcPr marL="68580" marR="68580" marT="0" marB="0"/>
                </a:tc>
                <a:extLst>
                  <a:ext uri="{0D108BD9-81ED-4DB2-BD59-A6C34878D82A}">
                    <a16:rowId xmlns:a16="http://schemas.microsoft.com/office/drawing/2014/main" val="913826022"/>
                  </a:ext>
                </a:extLst>
              </a:tr>
            </a:tbl>
          </a:graphicData>
        </a:graphic>
      </p:graphicFrame>
      <p:pic>
        <p:nvPicPr>
          <p:cNvPr id="8" name="Content Placeholder 11">
            <a:extLst>
              <a:ext uri="{FF2B5EF4-FFF2-40B4-BE49-F238E27FC236}">
                <a16:creationId xmlns:a16="http://schemas.microsoft.com/office/drawing/2014/main" id="{9C154BED-E8B3-6818-B58A-764E90BFC4A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8200" y="4593559"/>
            <a:ext cx="1542355" cy="1542355"/>
          </a:xfrm>
          <a:prstGeom prst="rect">
            <a:avLst/>
          </a:prstGeom>
        </p:spPr>
      </p:pic>
    </p:spTree>
    <p:extLst>
      <p:ext uri="{BB962C8B-B14F-4D97-AF65-F5344CB8AC3E}">
        <p14:creationId xmlns:p14="http://schemas.microsoft.com/office/powerpoint/2010/main" val="331140415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Survey of Existing Systems</a:t>
            </a:r>
          </a:p>
        </p:txBody>
      </p:sp>
      <p:sp>
        <p:nvSpPr>
          <p:cNvPr id="4" name="Date Placeholder 3"/>
          <p:cNvSpPr>
            <a:spLocks noGrp="1"/>
          </p:cNvSpPr>
          <p:nvPr>
            <p:ph type="dt" sz="half" idx="2"/>
          </p:nvPr>
        </p:nvSpPr>
        <p:spPr/>
        <p:txBody>
          <a:bodyPr/>
          <a:lstStyle/>
          <a:p>
            <a:fld id="{536549DB-313F-474C-8429-8661589D02E3}" type="datetime3">
              <a:rPr lang="en-US" smtClean="0"/>
              <a:pPr/>
              <a:t>4 November 2023</a:t>
            </a:fld>
            <a:endParaRPr lang="en-US" dirty="0"/>
          </a:p>
        </p:txBody>
      </p:sp>
      <p:sp>
        <p:nvSpPr>
          <p:cNvPr id="5" name="Slide Number Placeholder 4"/>
          <p:cNvSpPr>
            <a:spLocks noGrp="1"/>
          </p:cNvSpPr>
          <p:nvPr>
            <p:ph type="sldNum" sz="quarter" idx="4"/>
          </p:nvPr>
        </p:nvSpPr>
        <p:spPr/>
        <p:txBody>
          <a:bodyPr/>
          <a:lstStyle/>
          <a:p>
            <a:fld id="{9860EDB8-5305-433F-BE41-D7A86D811DB3}" type="slidenum">
              <a:rPr lang="en-US" smtClean="0"/>
              <a:pPr/>
              <a:t>10</a:t>
            </a:fld>
            <a:endParaRPr lang="en-US" dirty="0"/>
          </a:p>
        </p:txBody>
      </p:sp>
      <p:sp>
        <p:nvSpPr>
          <p:cNvPr id="6" name="Footer Placeholder 5"/>
          <p:cNvSpPr>
            <a:spLocks noGrp="1"/>
          </p:cNvSpPr>
          <p:nvPr>
            <p:ph type="ftr" sz="quarter" idx="3"/>
          </p:nvPr>
        </p:nvSpPr>
        <p:spPr/>
        <p:txBody>
          <a:bodyPr/>
          <a:lstStyle/>
          <a:p>
            <a:r>
              <a:rPr lang="en-US"/>
              <a:t>Department of Computer Science Engineering</a:t>
            </a:r>
            <a:endParaRPr lang="en-US" dirty="0"/>
          </a:p>
        </p:txBody>
      </p:sp>
      <p:pic>
        <p:nvPicPr>
          <p:cNvPr id="8" name="Content Placeholder 7">
            <a:extLst>
              <a:ext uri="{FF2B5EF4-FFF2-40B4-BE49-F238E27FC236}">
                <a16:creationId xmlns:a16="http://schemas.microsoft.com/office/drawing/2014/main" id="{092862A1-0FC6-8BEC-7BB8-9469423724B4}"/>
              </a:ext>
            </a:extLst>
          </p:cNvPr>
          <p:cNvPicPr>
            <a:picLocks noGrp="1" noChangeAspect="1"/>
          </p:cNvPicPr>
          <p:nvPr>
            <p:ph sz="quarter" idx="10"/>
          </p:nvPr>
        </p:nvPicPr>
        <p:blipFill>
          <a:blip r:embed="rId2" cstate="print">
            <a:extLst>
              <a:ext uri="{28A0092B-C50C-407E-A947-70E740481C1C}">
                <a14:useLocalDpi xmlns:a14="http://schemas.microsoft.com/office/drawing/2010/main" val="0"/>
              </a:ext>
            </a:extLst>
          </a:blip>
          <a:stretch>
            <a:fillRect/>
          </a:stretch>
        </p:blipFill>
        <p:spPr>
          <a:xfrm>
            <a:off x="838200" y="2662083"/>
            <a:ext cx="1533832" cy="1533832"/>
          </a:xfrm>
        </p:spPr>
      </p:pic>
      <p:graphicFrame>
        <p:nvGraphicFramePr>
          <p:cNvPr id="9" name="Table 8">
            <a:extLst>
              <a:ext uri="{FF2B5EF4-FFF2-40B4-BE49-F238E27FC236}">
                <a16:creationId xmlns:a16="http://schemas.microsoft.com/office/drawing/2014/main" id="{595B1548-D8A2-97FA-C26D-750EC4F260EF}"/>
              </a:ext>
            </a:extLst>
          </p:cNvPr>
          <p:cNvGraphicFramePr>
            <a:graphicFrameLocks noGrp="1"/>
          </p:cNvGraphicFramePr>
          <p:nvPr>
            <p:extLst>
              <p:ext uri="{D42A27DB-BD31-4B8C-83A1-F6EECF244321}">
                <p14:modId xmlns:p14="http://schemas.microsoft.com/office/powerpoint/2010/main" val="1056823791"/>
              </p:ext>
            </p:extLst>
          </p:nvPr>
        </p:nvGraphicFramePr>
        <p:xfrm>
          <a:off x="2702560" y="1624125"/>
          <a:ext cx="9174479" cy="3609749"/>
        </p:xfrm>
        <a:graphic>
          <a:graphicData uri="http://schemas.openxmlformats.org/drawingml/2006/table">
            <a:tbl>
              <a:tblPr firstRow="1" firstCol="1" bandRow="1">
                <a:tableStyleId>{5C22544A-7EE6-4342-B048-85BDC9FD1C3A}</a:tableStyleId>
              </a:tblPr>
              <a:tblGrid>
                <a:gridCol w="4770976">
                  <a:extLst>
                    <a:ext uri="{9D8B030D-6E8A-4147-A177-3AD203B41FA5}">
                      <a16:colId xmlns:a16="http://schemas.microsoft.com/office/drawing/2014/main" val="259597425"/>
                    </a:ext>
                  </a:extLst>
                </a:gridCol>
                <a:gridCol w="4403503">
                  <a:extLst>
                    <a:ext uri="{9D8B030D-6E8A-4147-A177-3AD203B41FA5}">
                      <a16:colId xmlns:a16="http://schemas.microsoft.com/office/drawing/2014/main" val="2318373249"/>
                    </a:ext>
                  </a:extLst>
                </a:gridCol>
              </a:tblGrid>
              <a:tr h="302040">
                <a:tc>
                  <a:txBody>
                    <a:bodyPr/>
                    <a:lstStyle/>
                    <a:p>
                      <a:pPr marL="244475" marR="287655" indent="-234950" algn="ctr">
                        <a:lnSpc>
                          <a:spcPct val="107000"/>
                        </a:lnSpc>
                        <a:spcAft>
                          <a:spcPts val="800"/>
                        </a:spcAft>
                      </a:pPr>
                      <a:r>
                        <a:rPr lang="en-IN" sz="1600" kern="100" dirty="0">
                          <a:effectLst/>
                        </a:rPr>
                        <a:t>Advantages</a:t>
                      </a:r>
                      <a:endParaRPr lang="en-IN" sz="1600" kern="100"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endParaRPr>
                    </a:p>
                  </a:txBody>
                  <a:tcPr marL="68580" marR="68580" marT="0" marB="0"/>
                </a:tc>
                <a:tc>
                  <a:txBody>
                    <a:bodyPr/>
                    <a:lstStyle/>
                    <a:p>
                      <a:pPr marL="244475" marR="287655" indent="-234950" algn="ctr">
                        <a:lnSpc>
                          <a:spcPct val="107000"/>
                        </a:lnSpc>
                        <a:spcAft>
                          <a:spcPts val="800"/>
                        </a:spcAft>
                      </a:pPr>
                      <a:r>
                        <a:rPr lang="en-IN" sz="1600" kern="100" dirty="0">
                          <a:effectLst/>
                        </a:rPr>
                        <a:t>Disadvantages</a:t>
                      </a:r>
                      <a:endParaRPr lang="en-IN" sz="1600" kern="100"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endParaRPr>
                    </a:p>
                  </a:txBody>
                  <a:tcPr marL="68580" marR="68580" marT="0" marB="0"/>
                </a:tc>
                <a:extLst>
                  <a:ext uri="{0D108BD9-81ED-4DB2-BD59-A6C34878D82A}">
                    <a16:rowId xmlns:a16="http://schemas.microsoft.com/office/drawing/2014/main" val="1281069001"/>
                  </a:ext>
                </a:extLst>
              </a:tr>
              <a:tr h="3307709">
                <a:tc>
                  <a:txBody>
                    <a:bodyPr/>
                    <a:lstStyle/>
                    <a:p>
                      <a:endParaRPr lang="en-IN" sz="1100" kern="100" dirty="0">
                        <a:effectLst/>
                        <a:latin typeface="Calibri" panose="020F0502020204030204" pitchFamily="34" charset="0"/>
                        <a:cs typeface="Mangal" panose="02040503050203030202" pitchFamily="18" charset="0"/>
                      </a:endParaRPr>
                    </a:p>
                    <a:p>
                      <a:pPr marL="742950" marR="287655" lvl="1" indent="-285750" algn="just">
                        <a:spcAft>
                          <a:spcPts val="20"/>
                        </a:spcAft>
                        <a:buSzPts val="1000"/>
                        <a:buFont typeface="Symbol" panose="05050102010706020507" pitchFamily="18" charset="2"/>
                        <a:buChar char=""/>
                        <a:tabLst>
                          <a:tab pos="914400" algn="l"/>
                        </a:tabLst>
                      </a:pPr>
                      <a:r>
                        <a:rPr lang="en-IN" sz="1600" b="0" kern="1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Visual Content: Instagram is primarily a visual platform, making it ideal for sharing and discovering photos and videos.</a:t>
                      </a:r>
                    </a:p>
                    <a:p>
                      <a:pPr marL="742950" marR="287655" lvl="1" indent="-285750" algn="just">
                        <a:spcAft>
                          <a:spcPts val="20"/>
                        </a:spcAft>
                        <a:buSzPts val="1000"/>
                        <a:buFont typeface="Symbol" panose="05050102010706020507" pitchFamily="18" charset="2"/>
                        <a:buChar char=""/>
                        <a:tabLst>
                          <a:tab pos="914400" algn="l"/>
                        </a:tabLst>
                      </a:pPr>
                      <a:r>
                        <a:rPr lang="en-IN" sz="1600" b="0" kern="1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Marketing and Branding: It's a powerful tool for businesses and influencers to market products, services, and personal brands.</a:t>
                      </a:r>
                    </a:p>
                    <a:p>
                      <a:pPr marL="742950" marR="287655" lvl="1" indent="-285750" algn="just">
                        <a:spcAft>
                          <a:spcPts val="20"/>
                        </a:spcAft>
                        <a:buSzPts val="1000"/>
                        <a:buFont typeface="Symbol" panose="05050102010706020507" pitchFamily="18" charset="2"/>
                        <a:buChar char=""/>
                        <a:tabLst>
                          <a:tab pos="914400" algn="l"/>
                        </a:tabLst>
                      </a:pPr>
                      <a:r>
                        <a:rPr lang="en-IN" sz="1600" b="0" kern="1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Creativity: Users can showcase their creativity through photography, videography, and artistic expression</a:t>
                      </a:r>
                      <a:r>
                        <a:rPr lang="en-IN" sz="16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68580" marR="68580" marT="0" marB="0"/>
                </a:tc>
                <a:tc>
                  <a:txBody>
                    <a:bodyPr/>
                    <a:lstStyle/>
                    <a:p>
                      <a:endParaRPr lang="en-IN" sz="1100" kern="100" dirty="0">
                        <a:effectLst/>
                        <a:latin typeface="Calibri" panose="020F0502020204030204" pitchFamily="34" charset="0"/>
                        <a:cs typeface="Mangal" panose="02040503050203030202" pitchFamily="18" charset="0"/>
                      </a:endParaRPr>
                    </a:p>
                    <a:p>
                      <a:pPr marL="742950" marR="287655" lvl="1" indent="-285750" algn="just">
                        <a:spcAft>
                          <a:spcPts val="20"/>
                        </a:spcAft>
                        <a:buSzPts val="1000"/>
                        <a:buFont typeface="Symbol" panose="05050102010706020507" pitchFamily="18" charset="2"/>
                        <a:buChar char=""/>
                        <a:tabLst>
                          <a:tab pos="914400" algn="l"/>
                        </a:tabLst>
                      </a:pPr>
                      <a:r>
                        <a:rPr lang="en-IN" sz="16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Privacy Concerns: The platform has faced criticism regarding user privacy and data collection practices.</a:t>
                      </a:r>
                    </a:p>
                    <a:p>
                      <a:pPr marL="742950" marR="287655" lvl="1" indent="-285750" algn="just">
                        <a:spcAft>
                          <a:spcPts val="20"/>
                        </a:spcAft>
                        <a:buSzPts val="1000"/>
                        <a:buFont typeface="Symbol" panose="05050102010706020507" pitchFamily="18" charset="2"/>
                        <a:buChar char=""/>
                        <a:tabLst>
                          <a:tab pos="914400" algn="l"/>
                        </a:tabLst>
                      </a:pPr>
                      <a:r>
                        <a:rPr lang="en-IN" sz="16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Comparative Nature: Users may feel pressured to present a curated, idealized version of their lives, which can lead to anxiety and insecurity.</a:t>
                      </a:r>
                    </a:p>
                    <a:p>
                      <a:pPr marL="742950" marR="287655" lvl="1" indent="-285750" algn="just">
                        <a:spcAft>
                          <a:spcPts val="20"/>
                        </a:spcAft>
                        <a:buSzPts val="1000"/>
                        <a:buFont typeface="Symbol" panose="05050102010706020507" pitchFamily="18" charset="2"/>
                        <a:buChar char=""/>
                        <a:tabLst>
                          <a:tab pos="914400" algn="l"/>
                        </a:tabLst>
                      </a:pPr>
                      <a:r>
                        <a:rPr lang="en-IN" sz="16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Addictive: Like other social media, Instagram can be addictive, with users spending excessive time scrolling through their feeds.</a:t>
                      </a:r>
                    </a:p>
                  </a:txBody>
                  <a:tcPr marL="68580" marR="68580" marT="0" marB="0"/>
                </a:tc>
                <a:extLst>
                  <a:ext uri="{0D108BD9-81ED-4DB2-BD59-A6C34878D82A}">
                    <a16:rowId xmlns:a16="http://schemas.microsoft.com/office/drawing/2014/main" val="913826022"/>
                  </a:ext>
                </a:extLst>
              </a:tr>
            </a:tbl>
          </a:graphicData>
        </a:graphic>
      </p:graphicFrame>
    </p:spTree>
    <p:extLst>
      <p:ext uri="{BB962C8B-B14F-4D97-AF65-F5344CB8AC3E}">
        <p14:creationId xmlns:p14="http://schemas.microsoft.com/office/powerpoint/2010/main" val="215136977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a:t>
            </a:r>
          </a:p>
        </p:txBody>
      </p:sp>
      <p:sp>
        <p:nvSpPr>
          <p:cNvPr id="3" name="Content Placeholder 2"/>
          <p:cNvSpPr>
            <a:spLocks noGrp="1"/>
          </p:cNvSpPr>
          <p:nvPr>
            <p:ph sz="quarter" idx="10"/>
          </p:nvPr>
        </p:nvSpPr>
        <p:spPr>
          <a:xfrm>
            <a:off x="268183" y="1575762"/>
            <a:ext cx="11550192" cy="4834869"/>
          </a:xfrm>
          <a:prstGeom prst="rect">
            <a:avLst/>
          </a:prstGeom>
        </p:spPr>
        <p:txBody>
          <a:bodyPr>
            <a:normAutofit fontScale="85000" lnSpcReduction="20000"/>
          </a:bodyPr>
          <a:lstStyle/>
          <a:p>
            <a:r>
              <a:rPr lang="en-US" dirty="0"/>
              <a:t>To Create a feature for users to send and receive text messages instantly.</a:t>
            </a:r>
          </a:p>
          <a:p>
            <a:r>
              <a:rPr lang="en-US" dirty="0"/>
              <a:t>To Make sure messages are delivered and received in real-time for responsive conversations.</a:t>
            </a:r>
          </a:p>
          <a:p>
            <a:r>
              <a:rPr lang="en-US" dirty="0"/>
              <a:t>To Ensure users can chat seamlessly on different devices.</a:t>
            </a:r>
          </a:p>
          <a:p>
            <a:r>
              <a:rPr lang="en-US" dirty="0"/>
              <a:t>To Implement end-to-end encryption to protect message content, accessible only to senders and recipients.</a:t>
            </a:r>
          </a:p>
          <a:p>
            <a:r>
              <a:rPr lang="en-US" dirty="0"/>
              <a:t>To Create the ability for users to chat with multiple people simultaneously.</a:t>
            </a:r>
          </a:p>
          <a:p>
            <a:r>
              <a:rPr lang="en-US" dirty="0"/>
              <a:t>To Configure the app to send notifications for new messages and updates.</a:t>
            </a:r>
          </a:p>
          <a:p>
            <a:r>
              <a:rPr lang="en-US" dirty="0"/>
              <a:t>To Create an easy-to-use interface suitable for users of all technical levels and ages.</a:t>
            </a:r>
          </a:p>
          <a:p>
            <a:r>
              <a:rPr lang="en-US" dirty="0"/>
              <a:t>To Connect users globally, regardless of geographical location, to foster communication between individuals, families, friends, and colleagues worldwide.</a:t>
            </a:r>
          </a:p>
          <a:p>
            <a:endParaRPr lang="en-US" dirty="0"/>
          </a:p>
        </p:txBody>
      </p:sp>
      <p:sp>
        <p:nvSpPr>
          <p:cNvPr id="4" name="Date Placeholder 3"/>
          <p:cNvSpPr>
            <a:spLocks noGrp="1"/>
          </p:cNvSpPr>
          <p:nvPr>
            <p:ph type="dt" sz="half" idx="2"/>
          </p:nvPr>
        </p:nvSpPr>
        <p:spPr/>
        <p:txBody>
          <a:bodyPr/>
          <a:lstStyle/>
          <a:p>
            <a:fld id="{B5199DD8-BD4A-4CFD-B98A-9353AD2577AB}" type="datetime3">
              <a:rPr lang="en-US" smtClean="0"/>
              <a:pPr/>
              <a:t>4 November 2023</a:t>
            </a:fld>
            <a:endParaRPr lang="en-US" dirty="0"/>
          </a:p>
        </p:txBody>
      </p:sp>
      <p:sp>
        <p:nvSpPr>
          <p:cNvPr id="5" name="Slide Number Placeholder 4"/>
          <p:cNvSpPr>
            <a:spLocks noGrp="1"/>
          </p:cNvSpPr>
          <p:nvPr>
            <p:ph type="sldNum" sz="quarter" idx="4"/>
          </p:nvPr>
        </p:nvSpPr>
        <p:spPr/>
        <p:txBody>
          <a:bodyPr/>
          <a:lstStyle/>
          <a:p>
            <a:fld id="{9860EDB8-5305-433F-BE41-D7A86D811DB3}" type="slidenum">
              <a:rPr lang="en-US" smtClean="0"/>
              <a:pPr/>
              <a:t>11</a:t>
            </a:fld>
            <a:endParaRPr lang="en-US" dirty="0"/>
          </a:p>
        </p:txBody>
      </p:sp>
      <p:sp>
        <p:nvSpPr>
          <p:cNvPr id="6" name="Footer Placeholder 5"/>
          <p:cNvSpPr>
            <a:spLocks noGrp="1"/>
          </p:cNvSpPr>
          <p:nvPr>
            <p:ph type="ftr" sz="quarter" idx="3"/>
          </p:nvPr>
        </p:nvSpPr>
        <p:spPr/>
        <p:txBody>
          <a:bodyPr/>
          <a:lstStyle/>
          <a:p>
            <a:r>
              <a:rPr lang="en-US"/>
              <a:t>Department of Computer Science Engineering</a:t>
            </a:r>
            <a:endParaRPr lang="en-US"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 Analysis</a:t>
            </a:r>
          </a:p>
        </p:txBody>
      </p:sp>
      <p:sp>
        <p:nvSpPr>
          <p:cNvPr id="3" name="Content Placeholder 2"/>
          <p:cNvSpPr>
            <a:spLocks noGrp="1"/>
          </p:cNvSpPr>
          <p:nvPr>
            <p:ph sz="quarter" idx="10"/>
          </p:nvPr>
        </p:nvSpPr>
        <p:spPr>
          <a:xfrm>
            <a:off x="154546" y="1449570"/>
            <a:ext cx="5822485" cy="5112846"/>
          </a:xfrm>
          <a:prstGeom prst="rect">
            <a:avLst/>
          </a:prstGeom>
        </p:spPr>
        <p:txBody>
          <a:bodyPr/>
          <a:lstStyle/>
          <a:p>
            <a:r>
              <a:rPr lang="en-US" b="1" dirty="0"/>
              <a:t>Functional Requirements</a:t>
            </a:r>
            <a:r>
              <a:rPr lang="en-US" dirty="0"/>
              <a:t>:</a:t>
            </a:r>
          </a:p>
          <a:p>
            <a:pPr marL="514350" indent="-514350">
              <a:buAutoNum type="arabicPeriod"/>
            </a:pPr>
            <a:r>
              <a:rPr lang="en-US" sz="2400" dirty="0"/>
              <a:t>User Registration &amp; Authentication</a:t>
            </a:r>
          </a:p>
          <a:p>
            <a:pPr marL="514350" indent="-514350">
              <a:buAutoNum type="arabicPeriod"/>
            </a:pPr>
            <a:r>
              <a:rPr lang="en-US" sz="2400" dirty="0"/>
              <a:t>User Profiles</a:t>
            </a:r>
          </a:p>
          <a:p>
            <a:pPr marL="514350" indent="-514350">
              <a:buAutoNum type="arabicPeriod"/>
            </a:pPr>
            <a:r>
              <a:rPr lang="en-US" sz="2400" dirty="0"/>
              <a:t>Email Management</a:t>
            </a:r>
          </a:p>
          <a:p>
            <a:pPr marL="514350" indent="-514350">
              <a:buAutoNum type="arabicPeriod"/>
            </a:pPr>
            <a:r>
              <a:rPr lang="en-US" sz="2400" dirty="0"/>
              <a:t>Messaging (text)</a:t>
            </a:r>
          </a:p>
          <a:p>
            <a:pPr marL="514350" indent="-514350">
              <a:buAutoNum type="arabicPeriod"/>
            </a:pPr>
            <a:r>
              <a:rPr lang="en-US" sz="2400" dirty="0"/>
              <a:t>Group Chat</a:t>
            </a:r>
          </a:p>
          <a:p>
            <a:pPr marL="514350" indent="-514350">
              <a:buAutoNum type="arabicPeriod"/>
            </a:pPr>
            <a:r>
              <a:rPr lang="en-US" sz="2400" dirty="0"/>
              <a:t>Real-time Updates &amp; Notifications</a:t>
            </a:r>
          </a:p>
          <a:p>
            <a:pPr marL="514350" indent="-514350">
              <a:buAutoNum type="arabicPeriod"/>
            </a:pPr>
            <a:r>
              <a:rPr lang="en-US" sz="2400" dirty="0"/>
              <a:t>Message History &amp; Search</a:t>
            </a:r>
          </a:p>
        </p:txBody>
      </p:sp>
      <p:sp>
        <p:nvSpPr>
          <p:cNvPr id="4" name="Date Placeholder 3"/>
          <p:cNvSpPr>
            <a:spLocks noGrp="1"/>
          </p:cNvSpPr>
          <p:nvPr>
            <p:ph type="dt" sz="half" idx="2"/>
          </p:nvPr>
        </p:nvSpPr>
        <p:spPr/>
        <p:txBody>
          <a:bodyPr/>
          <a:lstStyle/>
          <a:p>
            <a:fld id="{0673EE94-23FD-4634-B22A-DDFE7C35FD25}" type="datetime3">
              <a:rPr lang="en-US" smtClean="0"/>
              <a:pPr/>
              <a:t>4 November 2023</a:t>
            </a:fld>
            <a:endParaRPr lang="en-US" dirty="0"/>
          </a:p>
        </p:txBody>
      </p:sp>
      <p:sp>
        <p:nvSpPr>
          <p:cNvPr id="5" name="Slide Number Placeholder 4"/>
          <p:cNvSpPr>
            <a:spLocks noGrp="1"/>
          </p:cNvSpPr>
          <p:nvPr>
            <p:ph type="sldNum" sz="quarter" idx="4"/>
          </p:nvPr>
        </p:nvSpPr>
        <p:spPr/>
        <p:txBody>
          <a:bodyPr/>
          <a:lstStyle/>
          <a:p>
            <a:fld id="{9860EDB8-5305-433F-BE41-D7A86D811DB3}" type="slidenum">
              <a:rPr lang="en-US" smtClean="0"/>
              <a:pPr/>
              <a:t>12</a:t>
            </a:fld>
            <a:endParaRPr lang="en-US" dirty="0"/>
          </a:p>
        </p:txBody>
      </p:sp>
      <p:sp>
        <p:nvSpPr>
          <p:cNvPr id="6" name="Footer Placeholder 5"/>
          <p:cNvSpPr>
            <a:spLocks noGrp="1"/>
          </p:cNvSpPr>
          <p:nvPr>
            <p:ph type="ftr" sz="quarter" idx="3"/>
          </p:nvPr>
        </p:nvSpPr>
        <p:spPr/>
        <p:txBody>
          <a:bodyPr/>
          <a:lstStyle/>
          <a:p>
            <a:r>
              <a:rPr lang="en-US"/>
              <a:t>Department of Computer Science Engineering</a:t>
            </a:r>
            <a:endParaRPr lang="en-US" dirty="0"/>
          </a:p>
        </p:txBody>
      </p:sp>
      <p:sp>
        <p:nvSpPr>
          <p:cNvPr id="10" name="TextBox 9">
            <a:extLst>
              <a:ext uri="{FF2B5EF4-FFF2-40B4-BE49-F238E27FC236}">
                <a16:creationId xmlns:a16="http://schemas.microsoft.com/office/drawing/2014/main" id="{36CC5EA8-D220-A6FD-8DAB-DFDF7BCEE40A}"/>
              </a:ext>
            </a:extLst>
          </p:cNvPr>
          <p:cNvSpPr txBox="1"/>
          <p:nvPr/>
        </p:nvSpPr>
        <p:spPr>
          <a:xfrm>
            <a:off x="5650157" y="1396854"/>
            <a:ext cx="6214969" cy="3908762"/>
          </a:xfrm>
          <a:prstGeom prst="rect">
            <a:avLst/>
          </a:prstGeom>
          <a:noFill/>
        </p:spPr>
        <p:txBody>
          <a:bodyPr wrap="square">
            <a:spAutoFit/>
          </a:bodyPr>
          <a:lstStyle/>
          <a:p>
            <a:pPr marL="285750" indent="-285750">
              <a:buClr>
                <a:srgbClr val="0070C0"/>
              </a:buClr>
              <a:buFont typeface="Wingdings" panose="05000000000000000000" pitchFamily="2" charset="2"/>
              <a:buChar char="v"/>
            </a:pPr>
            <a:r>
              <a:rPr lang="en-US" sz="3200" b="1" dirty="0">
                <a:latin typeface="Calibri" panose="020F0502020204030204" pitchFamily="34" charset="0"/>
                <a:ea typeface="Calibri" panose="020F0502020204030204" pitchFamily="34" charset="0"/>
                <a:cs typeface="Calibri" panose="020F0502020204030204" pitchFamily="34" charset="0"/>
              </a:rPr>
              <a:t>Non-Functional R</a:t>
            </a:r>
            <a:r>
              <a:rPr lang="en-US" sz="3200" b="1" dirty="0"/>
              <a:t>equirements:</a:t>
            </a:r>
          </a:p>
          <a:p>
            <a:pPr marL="514350" indent="-514350">
              <a:buClr>
                <a:srgbClr val="0070C0"/>
              </a:buClr>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Performance (low latency)</a:t>
            </a:r>
          </a:p>
          <a:p>
            <a:pPr marL="514350" indent="-514350">
              <a:buClr>
                <a:srgbClr val="0070C0"/>
              </a:buClr>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Scalability (horizontal scaling)</a:t>
            </a:r>
          </a:p>
          <a:p>
            <a:pPr marL="514350" indent="-514350">
              <a:buClr>
                <a:srgbClr val="0070C0"/>
              </a:buClr>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Reliability (high availability)</a:t>
            </a:r>
          </a:p>
          <a:p>
            <a:pPr marL="514350" indent="-514350">
              <a:buClr>
                <a:srgbClr val="0070C0"/>
              </a:buClr>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Security (encryption, secure authentication, protection against threats)</a:t>
            </a:r>
          </a:p>
          <a:p>
            <a:pPr marL="514350" indent="-514350">
              <a:buClr>
                <a:srgbClr val="0070C0"/>
              </a:buClr>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Usability (intuitive UI)</a:t>
            </a:r>
          </a:p>
          <a:p>
            <a:pPr marL="514350" indent="-514350">
              <a:buClr>
                <a:srgbClr val="0070C0"/>
              </a:buClr>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Performance Monitoring</a:t>
            </a:r>
          </a:p>
          <a:p>
            <a:pPr marL="514350" indent="-514350">
              <a:buClr>
                <a:srgbClr val="0070C0"/>
              </a:buClr>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Load Testing</a:t>
            </a:r>
          </a:p>
          <a:p>
            <a:pPr marL="514350" indent="-514350">
              <a:buClr>
                <a:srgbClr val="0070C0"/>
              </a:buClr>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Support and Maintenance</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Proposed</a:t>
            </a:r>
          </a:p>
        </p:txBody>
      </p:sp>
      <p:sp>
        <p:nvSpPr>
          <p:cNvPr id="4" name="Date Placeholder 3"/>
          <p:cNvSpPr>
            <a:spLocks noGrp="1"/>
          </p:cNvSpPr>
          <p:nvPr>
            <p:ph type="dt" sz="half" idx="2"/>
          </p:nvPr>
        </p:nvSpPr>
        <p:spPr/>
        <p:txBody>
          <a:bodyPr/>
          <a:lstStyle/>
          <a:p>
            <a:fld id="{CCC14821-7DA6-4ADE-AFD5-D1DA34372F1F}" type="datetime3">
              <a:rPr lang="en-US" smtClean="0"/>
              <a:pPr/>
              <a:t>4 November 2023</a:t>
            </a:fld>
            <a:endParaRPr lang="en-US" dirty="0"/>
          </a:p>
        </p:txBody>
      </p:sp>
      <p:sp>
        <p:nvSpPr>
          <p:cNvPr id="6" name="Footer Placeholder 5"/>
          <p:cNvSpPr>
            <a:spLocks noGrp="1"/>
          </p:cNvSpPr>
          <p:nvPr>
            <p:ph type="ftr" sz="quarter" idx="3"/>
          </p:nvPr>
        </p:nvSpPr>
        <p:spPr/>
        <p:txBody>
          <a:bodyPr/>
          <a:lstStyle/>
          <a:p>
            <a:r>
              <a:rPr lang="en-US"/>
              <a:t>Department of Computer Science Engineering</a:t>
            </a:r>
            <a:endParaRPr lang="en-US" dirty="0"/>
          </a:p>
        </p:txBody>
      </p:sp>
      <p:sp>
        <p:nvSpPr>
          <p:cNvPr id="5" name="Slide Number Placeholder 4"/>
          <p:cNvSpPr>
            <a:spLocks noGrp="1"/>
          </p:cNvSpPr>
          <p:nvPr>
            <p:ph type="sldNum" sz="quarter" idx="4"/>
          </p:nvPr>
        </p:nvSpPr>
        <p:spPr/>
        <p:txBody>
          <a:bodyPr/>
          <a:lstStyle/>
          <a:p>
            <a:fld id="{9860EDB8-5305-433F-BE41-D7A86D811DB3}" type="slidenum">
              <a:rPr lang="en-US" smtClean="0"/>
              <a:pPr/>
              <a:t>13</a:t>
            </a:fld>
            <a:endParaRPr lang="en-US" dirty="0"/>
          </a:p>
        </p:txBody>
      </p:sp>
      <p:sp>
        <p:nvSpPr>
          <p:cNvPr id="3" name="Content Placeholder 2"/>
          <p:cNvSpPr>
            <a:spLocks noGrp="1"/>
          </p:cNvSpPr>
          <p:nvPr>
            <p:ph sz="quarter" idx="10"/>
          </p:nvPr>
        </p:nvSpPr>
        <p:spPr>
          <a:xfrm>
            <a:off x="1187308" y="2244189"/>
            <a:ext cx="8369647" cy="4038614"/>
          </a:xfrm>
          <a:prstGeom prst="rect">
            <a:avLst/>
          </a:prstGeom>
        </p:spPr>
        <p:txBody>
          <a:bodyPr>
            <a:normAutofit fontScale="77500" lnSpcReduction="20000"/>
          </a:bodyPr>
          <a:lstStyle/>
          <a:p>
            <a:pPr marL="285750" lvl="1" indent="-285750">
              <a:buFont typeface="Wingdings" panose="05000000000000000000" pitchFamily="2" charset="2"/>
              <a:buChar char="v"/>
            </a:pPr>
            <a:r>
              <a:rPr lang="en-IN" sz="3400" kern="100" dirty="0">
                <a:solidFill>
                  <a:srgbClr val="000000"/>
                </a:solidFill>
                <a:effectLst/>
                <a:ea typeface="Calibri" panose="020F0502020204030204" pitchFamily="34" charset="0"/>
              </a:rPr>
              <a:t>Step 1: Understand the Basics:</a:t>
            </a:r>
          </a:p>
          <a:p>
            <a:pPr marL="285750" lvl="1" indent="-285750">
              <a:buFont typeface="Wingdings" panose="05000000000000000000" pitchFamily="2" charset="2"/>
              <a:buChar char="v"/>
            </a:pPr>
            <a:r>
              <a:rPr lang="en-IN" sz="3400" kern="100" dirty="0">
                <a:solidFill>
                  <a:srgbClr val="000000"/>
                </a:solidFill>
                <a:effectLst/>
                <a:ea typeface="Calibri" panose="020F0502020204030204" pitchFamily="34" charset="0"/>
              </a:rPr>
              <a:t>Step 2: Choose the Right Tools:</a:t>
            </a:r>
          </a:p>
          <a:p>
            <a:pPr marL="285750" lvl="1" indent="-285750">
              <a:buFont typeface="Wingdings" panose="05000000000000000000" pitchFamily="2" charset="2"/>
              <a:buChar char="v"/>
            </a:pPr>
            <a:r>
              <a:rPr lang="en-IN" sz="3400" kern="100" dirty="0">
                <a:solidFill>
                  <a:srgbClr val="000000"/>
                </a:solidFill>
                <a:effectLst/>
                <a:ea typeface="Calibri" panose="020F0502020204030204" pitchFamily="34" charset="0"/>
              </a:rPr>
              <a:t>Step 3: Design the User Interface:</a:t>
            </a:r>
          </a:p>
          <a:p>
            <a:pPr marL="285750" lvl="1" indent="-285750">
              <a:buFont typeface="Wingdings" panose="05000000000000000000" pitchFamily="2" charset="2"/>
              <a:buChar char="v"/>
            </a:pPr>
            <a:r>
              <a:rPr lang="en-IN" sz="3400" kern="100" dirty="0">
                <a:solidFill>
                  <a:srgbClr val="000000"/>
                </a:solidFill>
                <a:effectLst/>
                <a:ea typeface="Calibri" panose="020F0502020204030204" pitchFamily="34" charset="0"/>
              </a:rPr>
              <a:t>Step 4: Build the Backend:</a:t>
            </a:r>
          </a:p>
          <a:p>
            <a:pPr marL="295275" marR="1191895" indent="-285750" algn="l">
              <a:lnSpc>
                <a:spcPct val="107000"/>
              </a:lnSpc>
              <a:spcAft>
                <a:spcPts val="20"/>
              </a:spcAft>
            </a:pPr>
            <a:r>
              <a:rPr lang="en-IN" sz="3400" kern="100" dirty="0">
                <a:solidFill>
                  <a:srgbClr val="000000"/>
                </a:solidFill>
                <a:effectLst/>
                <a:ea typeface="Calibri" panose="020F0502020204030204" pitchFamily="34" charset="0"/>
              </a:rPr>
              <a:t>Step 5: Implement Real-Time Functionality:</a:t>
            </a:r>
          </a:p>
          <a:p>
            <a:pPr marR="1191895">
              <a:lnSpc>
                <a:spcPct val="107000"/>
              </a:lnSpc>
              <a:spcAft>
                <a:spcPts val="20"/>
              </a:spcAft>
            </a:pPr>
            <a:r>
              <a:rPr lang="en-IN" sz="3400" kern="100" dirty="0">
                <a:solidFill>
                  <a:srgbClr val="000000"/>
                </a:solidFill>
                <a:effectLst/>
                <a:ea typeface="Calibri" panose="020F0502020204030204" pitchFamily="34" charset="0"/>
              </a:rPr>
              <a:t>Step 6: Enable User Authentication:</a:t>
            </a:r>
          </a:p>
          <a:p>
            <a:pPr marR="1191895">
              <a:lnSpc>
                <a:spcPct val="107000"/>
              </a:lnSpc>
              <a:spcAft>
                <a:spcPts val="20"/>
              </a:spcAft>
            </a:pPr>
            <a:r>
              <a:rPr lang="en-IN" sz="3400" kern="100" dirty="0">
                <a:solidFill>
                  <a:srgbClr val="000000"/>
                </a:solidFill>
                <a:effectLst/>
                <a:ea typeface="Calibri" panose="020F0502020204030204" pitchFamily="34" charset="0"/>
              </a:rPr>
              <a:t>Step 7: Integrate Group Chats:</a:t>
            </a:r>
          </a:p>
          <a:p>
            <a:pPr marR="1191895">
              <a:lnSpc>
                <a:spcPct val="107000"/>
              </a:lnSpc>
              <a:spcAft>
                <a:spcPts val="20"/>
              </a:spcAft>
            </a:pPr>
            <a:r>
              <a:rPr lang="en-IN" sz="3400" kern="100" dirty="0">
                <a:solidFill>
                  <a:srgbClr val="000000"/>
                </a:solidFill>
                <a:effectLst/>
                <a:ea typeface="Calibri" panose="020F0502020204030204" pitchFamily="34" charset="0"/>
              </a:rPr>
              <a:t>Step 8: Ensure Privacy Controls:</a:t>
            </a:r>
            <a:endParaRPr lang="en-IN" sz="3400" kern="100" dirty="0">
              <a:solidFill>
                <a:srgbClr val="000000"/>
              </a:solidFill>
              <a:ea typeface="Calibri" panose="020F0502020204030204" pitchFamily="34" charset="0"/>
            </a:endParaRPr>
          </a:p>
          <a:p>
            <a:pPr marR="1191895">
              <a:lnSpc>
                <a:spcPct val="107000"/>
              </a:lnSpc>
              <a:spcAft>
                <a:spcPts val="20"/>
              </a:spcAft>
            </a:pPr>
            <a:r>
              <a:rPr lang="en-IN" sz="3400" kern="100" dirty="0">
                <a:solidFill>
                  <a:srgbClr val="000000"/>
                </a:solidFill>
                <a:effectLst/>
                <a:ea typeface="Calibri" panose="020F0502020204030204" pitchFamily="34" charset="0"/>
              </a:rPr>
              <a:t>Step </a:t>
            </a:r>
            <a:r>
              <a:rPr lang="en-IN" sz="3400" kern="100" dirty="0">
                <a:solidFill>
                  <a:srgbClr val="000000"/>
                </a:solidFill>
                <a:ea typeface="Calibri" panose="020F0502020204030204" pitchFamily="34" charset="0"/>
              </a:rPr>
              <a:t>9</a:t>
            </a:r>
            <a:r>
              <a:rPr lang="en-IN" sz="3400" kern="100" dirty="0">
                <a:solidFill>
                  <a:srgbClr val="000000"/>
                </a:solidFill>
                <a:effectLst/>
                <a:ea typeface="Calibri" panose="020F0502020204030204" pitchFamily="34" charset="0"/>
              </a:rPr>
              <a:t>: Deploy our App:</a:t>
            </a:r>
          </a:p>
          <a:p>
            <a:pPr marL="9525" marR="1191895" indent="0" algn="l">
              <a:lnSpc>
                <a:spcPct val="107000"/>
              </a:lnSpc>
              <a:spcAft>
                <a:spcPts val="20"/>
              </a:spcAft>
              <a:buNone/>
            </a:pPr>
            <a:endParaRPr lang="en-IN" sz="3400" kern="100" dirty="0">
              <a:solidFill>
                <a:srgbClr val="000000"/>
              </a:solidFill>
              <a:effectLst/>
              <a:latin typeface="Times New Roman" panose="02020603050405020304" pitchFamily="18" charset="0"/>
              <a:ea typeface="Times New Roman" panose="02020603050405020304" pitchFamily="18" charset="0"/>
            </a:endParaRPr>
          </a:p>
          <a:p>
            <a:pPr marL="0" lvl="1" indent="0">
              <a:buNone/>
            </a:pPr>
            <a:endParaRPr lang="en-US" sz="3200" dirty="0"/>
          </a:p>
        </p:txBody>
      </p:sp>
      <p:sp>
        <p:nvSpPr>
          <p:cNvPr id="7" name="TextBox 6">
            <a:extLst>
              <a:ext uri="{FF2B5EF4-FFF2-40B4-BE49-F238E27FC236}">
                <a16:creationId xmlns:a16="http://schemas.microsoft.com/office/drawing/2014/main" id="{401D870C-EB7C-02DC-A277-DC279BD95756}"/>
              </a:ext>
            </a:extLst>
          </p:cNvPr>
          <p:cNvSpPr txBox="1"/>
          <p:nvPr/>
        </p:nvSpPr>
        <p:spPr>
          <a:xfrm>
            <a:off x="582373" y="1300766"/>
            <a:ext cx="10036466" cy="1107996"/>
          </a:xfrm>
          <a:prstGeom prst="rect">
            <a:avLst/>
          </a:prstGeom>
          <a:noFill/>
        </p:spPr>
        <p:txBody>
          <a:bodyPr wrap="square" rtlCol="0">
            <a:spAutoFit/>
          </a:bodyPr>
          <a:lstStyle/>
          <a:p>
            <a:r>
              <a:rPr lang="en-US" sz="24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Here's our strategic blueprint, outlining the techniques and methods applied in the development of our project:</a:t>
            </a:r>
            <a:endParaRPr lang="en-IN" sz="24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endParaRPr lang="en-IN"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BC51F7F-E4DE-A7D2-9BE6-8D9F79D12D62}"/>
              </a:ext>
            </a:extLst>
          </p:cNvPr>
          <p:cNvSpPr>
            <a:spLocks noGrp="1"/>
          </p:cNvSpPr>
          <p:nvPr>
            <p:ph type="dt" sz="half" idx="10"/>
          </p:nvPr>
        </p:nvSpPr>
        <p:spPr>
          <a:xfrm>
            <a:off x="838200" y="6562416"/>
            <a:ext cx="3200400" cy="274320"/>
          </a:xfrm>
        </p:spPr>
        <p:txBody>
          <a:bodyPr vert="horz" lIns="91440" tIns="45720" rIns="91440" bIns="45720" rtlCol="0" anchor="ctr">
            <a:normAutofit/>
          </a:bodyPr>
          <a:lstStyle/>
          <a:p>
            <a:pPr>
              <a:spcAft>
                <a:spcPts val="600"/>
              </a:spcAft>
            </a:pPr>
            <a:fld id="{6B4D52C1-AC35-45F3-96F2-AA0057DDFF5B}" type="datetime3">
              <a:rPr lang="en-US" smtClean="0"/>
              <a:pPr>
                <a:spcAft>
                  <a:spcPts val="600"/>
                </a:spcAft>
              </a:pPr>
              <a:t>4 November 2023</a:t>
            </a:fld>
            <a:endParaRPr lang="en-US"/>
          </a:p>
        </p:txBody>
      </p:sp>
      <p:sp>
        <p:nvSpPr>
          <p:cNvPr id="4" name="Footer Placeholder 3">
            <a:extLst>
              <a:ext uri="{FF2B5EF4-FFF2-40B4-BE49-F238E27FC236}">
                <a16:creationId xmlns:a16="http://schemas.microsoft.com/office/drawing/2014/main" id="{43286A0A-04C5-535E-AB49-762B02EFAF60}"/>
              </a:ext>
            </a:extLst>
          </p:cNvPr>
          <p:cNvSpPr>
            <a:spLocks noGrp="1"/>
          </p:cNvSpPr>
          <p:nvPr>
            <p:ph type="ftr" sz="quarter" idx="11"/>
          </p:nvPr>
        </p:nvSpPr>
        <p:spPr>
          <a:xfrm>
            <a:off x="4288665" y="6562416"/>
            <a:ext cx="3200400" cy="274320"/>
          </a:xfrm>
        </p:spPr>
        <p:txBody>
          <a:bodyPr vert="horz" lIns="91440" tIns="45720" rIns="91440" bIns="45720" rtlCol="0" anchor="ctr">
            <a:normAutofit/>
          </a:bodyPr>
          <a:lstStyle/>
          <a:p>
            <a:pPr>
              <a:spcAft>
                <a:spcPts val="600"/>
              </a:spcAft>
            </a:pPr>
            <a:r>
              <a:rPr lang="en-US" i="1" kern="1200">
                <a:latin typeface="+mn-lt"/>
                <a:ea typeface="+mn-ea"/>
                <a:cs typeface="+mn-cs"/>
              </a:rPr>
              <a:t>Department of Computer Science Engineering</a:t>
            </a:r>
          </a:p>
        </p:txBody>
      </p:sp>
      <p:sp>
        <p:nvSpPr>
          <p:cNvPr id="5" name="Slide Number Placeholder 4">
            <a:extLst>
              <a:ext uri="{FF2B5EF4-FFF2-40B4-BE49-F238E27FC236}">
                <a16:creationId xmlns:a16="http://schemas.microsoft.com/office/drawing/2014/main" id="{E38DD65F-4BC5-0BF8-F1D8-365B050528C1}"/>
              </a:ext>
            </a:extLst>
          </p:cNvPr>
          <p:cNvSpPr>
            <a:spLocks noGrp="1"/>
          </p:cNvSpPr>
          <p:nvPr>
            <p:ph type="sldNum" sz="quarter" idx="12"/>
          </p:nvPr>
        </p:nvSpPr>
        <p:spPr>
          <a:xfrm>
            <a:off x="8757642" y="6562416"/>
            <a:ext cx="1371600" cy="274320"/>
          </a:xfrm>
        </p:spPr>
        <p:txBody>
          <a:bodyPr vert="horz" lIns="91440" tIns="45720" rIns="91440" bIns="45720" rtlCol="0" anchor="ctr">
            <a:normAutofit/>
          </a:bodyPr>
          <a:lstStyle/>
          <a:p>
            <a:pPr>
              <a:spcAft>
                <a:spcPts val="600"/>
              </a:spcAft>
            </a:pPr>
            <a:fld id="{9860EDB8-5305-433F-BE41-D7A86D811DB3}" type="slidenum">
              <a:rPr lang="en-US" smtClean="0"/>
              <a:pPr>
                <a:spcAft>
                  <a:spcPts val="600"/>
                </a:spcAft>
              </a:pPr>
              <a:t>14</a:t>
            </a:fld>
            <a:endParaRPr lang="en-US"/>
          </a:p>
        </p:txBody>
      </p:sp>
      <p:sp>
        <p:nvSpPr>
          <p:cNvPr id="2" name="Title 1">
            <a:extLst>
              <a:ext uri="{FF2B5EF4-FFF2-40B4-BE49-F238E27FC236}">
                <a16:creationId xmlns:a16="http://schemas.microsoft.com/office/drawing/2014/main" id="{40AFE4B7-1C14-36B3-D252-8E0CE8DCFEC8}"/>
              </a:ext>
            </a:extLst>
          </p:cNvPr>
          <p:cNvSpPr>
            <a:spLocks noGrp="1"/>
          </p:cNvSpPr>
          <p:nvPr>
            <p:ph type="title"/>
          </p:nvPr>
        </p:nvSpPr>
        <p:spPr>
          <a:xfrm>
            <a:off x="154546" y="0"/>
            <a:ext cx="11874322" cy="1300766"/>
          </a:xfrm>
        </p:spPr>
        <p:txBody>
          <a:bodyPr vert="horz" lIns="91440" tIns="45720" rIns="91440" bIns="45720" rtlCol="0" anchor="b">
            <a:normAutofit/>
          </a:bodyPr>
          <a:lstStyle/>
          <a:p>
            <a:r>
              <a:rPr lang="en-US" b="1" kern="1200">
                <a:latin typeface="Calibri" pitchFamily="34" charset="0"/>
                <a:ea typeface="+mj-ea"/>
                <a:cs typeface="Calibri" pitchFamily="34" charset="0"/>
              </a:rPr>
              <a:t>Features</a:t>
            </a:r>
          </a:p>
        </p:txBody>
      </p:sp>
      <p:sp>
        <p:nvSpPr>
          <p:cNvPr id="7" name="TextBox 6">
            <a:extLst>
              <a:ext uri="{FF2B5EF4-FFF2-40B4-BE49-F238E27FC236}">
                <a16:creationId xmlns:a16="http://schemas.microsoft.com/office/drawing/2014/main" id="{09D80AB3-F256-771F-6A9E-D8F91A3C10B0}"/>
              </a:ext>
            </a:extLst>
          </p:cNvPr>
          <p:cNvSpPr txBox="1"/>
          <p:nvPr/>
        </p:nvSpPr>
        <p:spPr>
          <a:xfrm>
            <a:off x="244672" y="1495879"/>
            <a:ext cx="5675313" cy="4935538"/>
          </a:xfrm>
          <a:prstGeom prst="rect">
            <a:avLst/>
          </a:prstGeom>
        </p:spPr>
        <p:txBody>
          <a:bodyPr vert="horz" lIns="91440" tIns="45720" rIns="91440" bIns="45720" rtlCol="0">
            <a:normAutofit/>
          </a:bodyPr>
          <a:lstStyle/>
          <a:p>
            <a:pPr indent="-228600">
              <a:lnSpc>
                <a:spcPct val="90000"/>
              </a:lnSpc>
              <a:spcBef>
                <a:spcPct val="30000"/>
              </a:spcBef>
              <a:buClr>
                <a:srgbClr val="0070C0"/>
              </a:buClr>
            </a:pPr>
            <a:r>
              <a:rPr lang="en-US" sz="3200" dirty="0">
                <a:latin typeface="Calibri" pitchFamily="34" charset="0"/>
                <a:cs typeface="Calibri" pitchFamily="34" charset="0"/>
              </a:rPr>
              <a:t>These features make our app a user-friendly and secure platform for efficient communication worldwide</a:t>
            </a:r>
          </a:p>
        </p:txBody>
      </p:sp>
      <p:graphicFrame>
        <p:nvGraphicFramePr>
          <p:cNvPr id="9" name="Content Placeholder 5">
            <a:extLst>
              <a:ext uri="{FF2B5EF4-FFF2-40B4-BE49-F238E27FC236}">
                <a16:creationId xmlns:a16="http://schemas.microsoft.com/office/drawing/2014/main" id="{965D3F93-83CF-6EF8-E72D-1F806A1F3AD6}"/>
              </a:ext>
            </a:extLst>
          </p:cNvPr>
          <p:cNvGraphicFramePr>
            <a:graphicFrameLocks noGrp="1"/>
          </p:cNvGraphicFramePr>
          <p:nvPr>
            <p:ph sz="quarter" idx="13"/>
            <p:extLst>
              <p:ext uri="{D42A27DB-BD31-4B8C-83A1-F6EECF244321}">
                <p14:modId xmlns:p14="http://schemas.microsoft.com/office/powerpoint/2010/main" val="2605512687"/>
              </p:ext>
            </p:extLst>
          </p:nvPr>
        </p:nvGraphicFramePr>
        <p:xfrm>
          <a:off x="5919985" y="1495879"/>
          <a:ext cx="5675313" cy="49355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79594114"/>
      </p:ext>
    </p:extLst>
  </p:cSld>
  <p:clrMapOvr>
    <a:masterClrMapping/>
  </p:clrMapOvr>
  <p:transition advTm="5000">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A3B1A-8394-8CF5-5E46-DE1BB25623E5}"/>
              </a:ext>
            </a:extLst>
          </p:cNvPr>
          <p:cNvSpPr>
            <a:spLocks noGrp="1"/>
          </p:cNvSpPr>
          <p:nvPr>
            <p:ph type="title"/>
          </p:nvPr>
        </p:nvSpPr>
        <p:spPr/>
        <p:txBody>
          <a:bodyPr/>
          <a:lstStyle/>
          <a:p>
            <a:r>
              <a:rPr lang="en-US" dirty="0"/>
              <a:t>System Architecture</a:t>
            </a:r>
            <a:endParaRPr lang="en-IN" dirty="0"/>
          </a:p>
        </p:txBody>
      </p:sp>
      <p:sp>
        <p:nvSpPr>
          <p:cNvPr id="3" name="Date Placeholder 2">
            <a:extLst>
              <a:ext uri="{FF2B5EF4-FFF2-40B4-BE49-F238E27FC236}">
                <a16:creationId xmlns:a16="http://schemas.microsoft.com/office/drawing/2014/main" id="{2EDF7955-0409-886C-23D2-35CC77C81FA2}"/>
              </a:ext>
            </a:extLst>
          </p:cNvPr>
          <p:cNvSpPr>
            <a:spLocks noGrp="1"/>
          </p:cNvSpPr>
          <p:nvPr>
            <p:ph type="dt" sz="half" idx="2"/>
          </p:nvPr>
        </p:nvSpPr>
        <p:spPr/>
        <p:txBody>
          <a:bodyPr/>
          <a:lstStyle/>
          <a:p>
            <a:fld id="{6B4D52C1-AC35-45F3-96F2-AA0057DDFF5B}" type="datetime3">
              <a:rPr lang="en-US" smtClean="0"/>
              <a:pPr/>
              <a:t>4 November 2023</a:t>
            </a:fld>
            <a:endParaRPr lang="en-US" dirty="0"/>
          </a:p>
        </p:txBody>
      </p:sp>
      <p:sp>
        <p:nvSpPr>
          <p:cNvPr id="4" name="Footer Placeholder 3">
            <a:extLst>
              <a:ext uri="{FF2B5EF4-FFF2-40B4-BE49-F238E27FC236}">
                <a16:creationId xmlns:a16="http://schemas.microsoft.com/office/drawing/2014/main" id="{980F0C80-A1B2-8BC9-2452-D7D1C58D0AA3}"/>
              </a:ext>
            </a:extLst>
          </p:cNvPr>
          <p:cNvSpPr>
            <a:spLocks noGrp="1"/>
          </p:cNvSpPr>
          <p:nvPr>
            <p:ph type="ftr" sz="quarter" idx="3"/>
          </p:nvPr>
        </p:nvSpPr>
        <p:spPr/>
        <p:txBody>
          <a:bodyPr/>
          <a:lstStyle/>
          <a:p>
            <a:r>
              <a:rPr lang="en-US"/>
              <a:t>Department of Computer Science Engineering</a:t>
            </a:r>
            <a:endParaRPr lang="en-US" dirty="0"/>
          </a:p>
        </p:txBody>
      </p:sp>
      <p:sp>
        <p:nvSpPr>
          <p:cNvPr id="5" name="Slide Number Placeholder 4">
            <a:extLst>
              <a:ext uri="{FF2B5EF4-FFF2-40B4-BE49-F238E27FC236}">
                <a16:creationId xmlns:a16="http://schemas.microsoft.com/office/drawing/2014/main" id="{B94494AE-CDBC-1E48-50F8-BFCF539103EA}"/>
              </a:ext>
            </a:extLst>
          </p:cNvPr>
          <p:cNvSpPr>
            <a:spLocks noGrp="1"/>
          </p:cNvSpPr>
          <p:nvPr>
            <p:ph type="sldNum" sz="quarter" idx="4"/>
          </p:nvPr>
        </p:nvSpPr>
        <p:spPr/>
        <p:txBody>
          <a:bodyPr/>
          <a:lstStyle/>
          <a:p>
            <a:fld id="{9860EDB8-5305-433F-BE41-D7A86D811DB3}" type="slidenum">
              <a:rPr lang="en-US" smtClean="0"/>
              <a:pPr/>
              <a:t>15</a:t>
            </a:fld>
            <a:endParaRPr lang="en-US" dirty="0"/>
          </a:p>
        </p:txBody>
      </p:sp>
      <p:sp>
        <p:nvSpPr>
          <p:cNvPr id="6" name="Content Placeholder 5">
            <a:extLst>
              <a:ext uri="{FF2B5EF4-FFF2-40B4-BE49-F238E27FC236}">
                <a16:creationId xmlns:a16="http://schemas.microsoft.com/office/drawing/2014/main" id="{A5DAF1B9-EE58-71AE-B61D-DD203DC1C1F7}"/>
              </a:ext>
            </a:extLst>
          </p:cNvPr>
          <p:cNvSpPr>
            <a:spLocks noGrp="1"/>
          </p:cNvSpPr>
          <p:nvPr>
            <p:ph sz="quarter" idx="10"/>
          </p:nvPr>
        </p:nvSpPr>
        <p:spPr>
          <a:xfrm>
            <a:off x="555129" y="1691620"/>
            <a:ext cx="11473739" cy="4674622"/>
          </a:xfrm>
        </p:spPr>
        <p:txBody>
          <a:bodyPr>
            <a:normAutofit/>
          </a:bodyPr>
          <a:lstStyle/>
          <a:p>
            <a:pPr marL="0" indent="0">
              <a:buNone/>
            </a:pPr>
            <a:r>
              <a:rPr lang="en-IN" sz="2000" dirty="0">
                <a:solidFill>
                  <a:srgbClr val="000000"/>
                </a:solidFill>
                <a:effectLst/>
                <a:ea typeface="Calibri" panose="020F0502020204030204" pitchFamily="34" charset="0"/>
              </a:rPr>
              <a:t>Let’s imagine the architecture of our chat application as a team of specialized assistants, each assigned a vital role to make chatting effortless and enjoyable.</a:t>
            </a:r>
            <a:endParaRPr lang="en-IN" sz="2000" b="1" dirty="0">
              <a:solidFill>
                <a:srgbClr val="000000"/>
              </a:solidFill>
              <a:effectLst/>
              <a:ea typeface="Calibri" panose="020F0502020204030204" pitchFamily="34" charset="0"/>
            </a:endParaRPr>
          </a:p>
          <a:p>
            <a:r>
              <a:rPr lang="en-IN" sz="2000" dirty="0">
                <a:solidFill>
                  <a:srgbClr val="000000"/>
                </a:solidFill>
                <a:effectLst/>
                <a:ea typeface="Calibri" panose="020F0502020204030204" pitchFamily="34" charset="0"/>
              </a:rPr>
              <a:t>User Interface (UI)</a:t>
            </a:r>
          </a:p>
          <a:p>
            <a:r>
              <a:rPr lang="en-IN" sz="2000" dirty="0">
                <a:solidFill>
                  <a:srgbClr val="000000"/>
                </a:solidFill>
                <a:effectLst/>
                <a:ea typeface="Calibri" panose="020F0502020204030204" pitchFamily="34" charset="0"/>
              </a:rPr>
              <a:t>Client-Side App (Frontend)</a:t>
            </a:r>
          </a:p>
          <a:p>
            <a:r>
              <a:rPr lang="en-IN" sz="2000" dirty="0">
                <a:solidFill>
                  <a:srgbClr val="000000"/>
                </a:solidFill>
                <a:effectLst/>
                <a:ea typeface="Calibri" panose="020F0502020204030204" pitchFamily="34" charset="0"/>
              </a:rPr>
              <a:t>Server (Backend)</a:t>
            </a:r>
            <a:endParaRPr lang="en-IN" sz="2000" dirty="0">
              <a:solidFill>
                <a:srgbClr val="000000"/>
              </a:solidFill>
              <a:ea typeface="Calibri" panose="020F0502020204030204" pitchFamily="34" charset="0"/>
            </a:endParaRPr>
          </a:p>
          <a:p>
            <a:r>
              <a:rPr lang="en-IN" sz="2000" dirty="0">
                <a:solidFill>
                  <a:srgbClr val="000000"/>
                </a:solidFill>
                <a:effectLst/>
                <a:ea typeface="Calibri" panose="020F0502020204030204" pitchFamily="34" charset="0"/>
              </a:rPr>
              <a:t>Real-Time Engine</a:t>
            </a:r>
          </a:p>
          <a:p>
            <a:r>
              <a:rPr lang="en-IN" sz="2000" dirty="0">
                <a:solidFill>
                  <a:srgbClr val="000000"/>
                </a:solidFill>
                <a:effectLst/>
                <a:ea typeface="Calibri" panose="020F0502020204030204" pitchFamily="34" charset="0"/>
              </a:rPr>
              <a:t>Database</a:t>
            </a:r>
            <a:endParaRPr lang="en-IN" sz="2000" dirty="0">
              <a:solidFill>
                <a:srgbClr val="000000"/>
              </a:solidFill>
              <a:ea typeface="Calibri" panose="020F0502020204030204" pitchFamily="34" charset="0"/>
            </a:endParaRPr>
          </a:p>
          <a:p>
            <a:r>
              <a:rPr lang="en-IN" sz="2000" dirty="0">
                <a:solidFill>
                  <a:srgbClr val="000000"/>
                </a:solidFill>
                <a:effectLst/>
                <a:ea typeface="Calibri" panose="020F0502020204030204" pitchFamily="34" charset="0"/>
              </a:rPr>
              <a:t>User Authentication</a:t>
            </a:r>
          </a:p>
          <a:p>
            <a:r>
              <a:rPr lang="en-IN" sz="2000" dirty="0">
                <a:solidFill>
                  <a:srgbClr val="000000"/>
                </a:solidFill>
                <a:effectLst/>
                <a:ea typeface="Calibri" panose="020F0502020204030204" pitchFamily="34" charset="0"/>
              </a:rPr>
              <a:t>Group Chat Manager</a:t>
            </a:r>
            <a:endParaRPr lang="en-IN" sz="2000" dirty="0">
              <a:solidFill>
                <a:srgbClr val="000000"/>
              </a:solidFill>
              <a:ea typeface="Calibri" panose="020F0502020204030204" pitchFamily="34" charset="0"/>
            </a:endParaRPr>
          </a:p>
          <a:p>
            <a:r>
              <a:rPr lang="en-IN" sz="2000" dirty="0">
                <a:solidFill>
                  <a:srgbClr val="000000"/>
                </a:solidFill>
                <a:effectLst/>
                <a:ea typeface="Calibri" panose="020F0502020204030204" pitchFamily="34" charset="0"/>
              </a:rPr>
              <a:t>Privacy Controller</a:t>
            </a:r>
          </a:p>
          <a:p>
            <a:r>
              <a:rPr lang="en-IN" sz="2000" dirty="0">
                <a:solidFill>
                  <a:srgbClr val="000000"/>
                </a:solidFill>
                <a:effectLst/>
                <a:ea typeface="Calibri" panose="020F0502020204030204" pitchFamily="34" charset="0"/>
              </a:rPr>
              <a:t>Notification Sender</a:t>
            </a:r>
          </a:p>
          <a:p>
            <a:r>
              <a:rPr lang="en-IN" sz="2000" dirty="0">
                <a:solidFill>
                  <a:srgbClr val="000000"/>
                </a:solidFill>
                <a:effectLst/>
                <a:ea typeface="Calibri" panose="020F0502020204030204" pitchFamily="34" charset="0"/>
              </a:rPr>
              <a:t>Data Security Layer</a:t>
            </a:r>
            <a:endParaRPr lang="en-IN" sz="2000" dirty="0">
              <a:ea typeface="Calibri" panose="020F0502020204030204" pitchFamily="34" charset="0"/>
            </a:endParaRPr>
          </a:p>
        </p:txBody>
      </p:sp>
    </p:spTree>
    <p:extLst>
      <p:ext uri="{BB962C8B-B14F-4D97-AF65-F5344CB8AC3E}">
        <p14:creationId xmlns:p14="http://schemas.microsoft.com/office/powerpoint/2010/main" val="884981035"/>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AF6BB771-A09B-2EDA-CC39-1E2164A524B2}"/>
              </a:ext>
            </a:extLst>
          </p:cNvPr>
          <p:cNvSpPr>
            <a:spLocks noGrp="1"/>
          </p:cNvSpPr>
          <p:nvPr>
            <p:ph type="body" orient="vert" idx="1"/>
          </p:nvPr>
        </p:nvSpPr>
        <p:spPr/>
        <p:txBody>
          <a:bodyPr/>
          <a:lstStyle/>
          <a:p>
            <a:endParaRPr lang="en-IN" dirty="0"/>
          </a:p>
        </p:txBody>
      </p:sp>
      <p:sp>
        <p:nvSpPr>
          <p:cNvPr id="3" name="Date Placeholder 2">
            <a:extLst>
              <a:ext uri="{FF2B5EF4-FFF2-40B4-BE49-F238E27FC236}">
                <a16:creationId xmlns:a16="http://schemas.microsoft.com/office/drawing/2014/main" id="{36A53973-0767-8163-BEFB-C803D2678E92}"/>
              </a:ext>
            </a:extLst>
          </p:cNvPr>
          <p:cNvSpPr>
            <a:spLocks noGrp="1"/>
          </p:cNvSpPr>
          <p:nvPr>
            <p:ph type="dt" sz="half" idx="10"/>
          </p:nvPr>
        </p:nvSpPr>
        <p:spPr/>
        <p:txBody>
          <a:bodyPr/>
          <a:lstStyle/>
          <a:p>
            <a:fld id="{93E084F6-078B-44CE-81DE-A3B04F59F5F3}" type="datetime3">
              <a:rPr lang="en-US" smtClean="0"/>
              <a:pPr/>
              <a:t>4 November 2023</a:t>
            </a:fld>
            <a:endParaRPr lang="en-US"/>
          </a:p>
        </p:txBody>
      </p:sp>
      <p:sp>
        <p:nvSpPr>
          <p:cNvPr id="4" name="Footer Placeholder 3">
            <a:extLst>
              <a:ext uri="{FF2B5EF4-FFF2-40B4-BE49-F238E27FC236}">
                <a16:creationId xmlns:a16="http://schemas.microsoft.com/office/drawing/2014/main" id="{CDBEAEAB-6F3A-219B-4556-33F4FA1C8C88}"/>
              </a:ext>
            </a:extLst>
          </p:cNvPr>
          <p:cNvSpPr>
            <a:spLocks noGrp="1"/>
          </p:cNvSpPr>
          <p:nvPr>
            <p:ph type="ftr" sz="quarter" idx="11"/>
          </p:nvPr>
        </p:nvSpPr>
        <p:spPr/>
        <p:txBody>
          <a:bodyPr/>
          <a:lstStyle/>
          <a:p>
            <a:r>
              <a:rPr lang="en-US"/>
              <a:t>Department of Computer Science Engineering</a:t>
            </a:r>
          </a:p>
        </p:txBody>
      </p:sp>
      <p:sp>
        <p:nvSpPr>
          <p:cNvPr id="5" name="Slide Number Placeholder 4">
            <a:extLst>
              <a:ext uri="{FF2B5EF4-FFF2-40B4-BE49-F238E27FC236}">
                <a16:creationId xmlns:a16="http://schemas.microsoft.com/office/drawing/2014/main" id="{54CA5575-7B57-FEDD-DECF-209D5EF98EDD}"/>
              </a:ext>
            </a:extLst>
          </p:cNvPr>
          <p:cNvSpPr>
            <a:spLocks noGrp="1"/>
          </p:cNvSpPr>
          <p:nvPr>
            <p:ph type="sldNum" sz="quarter" idx="12"/>
          </p:nvPr>
        </p:nvSpPr>
        <p:spPr/>
        <p:txBody>
          <a:bodyPr/>
          <a:lstStyle/>
          <a:p>
            <a:fld id="{9860EDB8-5305-433F-BE41-D7A86D811DB3}" type="slidenum">
              <a:rPr lang="en-US" smtClean="0"/>
              <a:pPr/>
              <a:t>16</a:t>
            </a:fld>
            <a:endParaRPr lang="en-US"/>
          </a:p>
        </p:txBody>
      </p:sp>
      <p:sp>
        <p:nvSpPr>
          <p:cNvPr id="6" name="Title 5">
            <a:extLst>
              <a:ext uri="{FF2B5EF4-FFF2-40B4-BE49-F238E27FC236}">
                <a16:creationId xmlns:a16="http://schemas.microsoft.com/office/drawing/2014/main" id="{D7AA1C56-B423-8BE1-4CFC-856D1E9377F8}"/>
              </a:ext>
            </a:extLst>
          </p:cNvPr>
          <p:cNvSpPr>
            <a:spLocks noGrp="1"/>
          </p:cNvSpPr>
          <p:nvPr>
            <p:ph type="title"/>
          </p:nvPr>
        </p:nvSpPr>
        <p:spPr/>
        <p:txBody>
          <a:bodyPr/>
          <a:lstStyle/>
          <a:p>
            <a:r>
              <a:rPr lang="en-US" dirty="0"/>
              <a:t>Flow Diagram of Real-Time Chat Application </a:t>
            </a:r>
            <a:endParaRPr lang="en-IN" dirty="0"/>
          </a:p>
        </p:txBody>
      </p:sp>
      <p:pic>
        <p:nvPicPr>
          <p:cNvPr id="10" name="Picture 9">
            <a:extLst>
              <a:ext uri="{FF2B5EF4-FFF2-40B4-BE49-F238E27FC236}">
                <a16:creationId xmlns:a16="http://schemas.microsoft.com/office/drawing/2014/main" id="{0DB212DF-D203-189A-B2BA-1D51DA63FA1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66297" y="1706880"/>
            <a:ext cx="5245136" cy="4439920"/>
          </a:xfrm>
          <a:prstGeom prst="rect">
            <a:avLst/>
          </a:prstGeom>
        </p:spPr>
      </p:pic>
    </p:spTree>
    <p:extLst>
      <p:ext uri="{BB962C8B-B14F-4D97-AF65-F5344CB8AC3E}">
        <p14:creationId xmlns:p14="http://schemas.microsoft.com/office/powerpoint/2010/main" val="3456232832"/>
      </p:ext>
    </p:extLst>
  </p:cSld>
  <p:clrMapOvr>
    <a:masterClrMapping/>
  </p:clrMapOvr>
  <p:transition advTm="5000">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A760BBA9-C5AD-C094-6867-F192C4A0BEF6}"/>
              </a:ext>
            </a:extLst>
          </p:cNvPr>
          <p:cNvSpPr>
            <a:spLocks noGrp="1"/>
          </p:cNvSpPr>
          <p:nvPr>
            <p:ph type="dt" sz="half" idx="10"/>
          </p:nvPr>
        </p:nvSpPr>
        <p:spPr>
          <a:xfrm>
            <a:off x="838200" y="6562416"/>
            <a:ext cx="3200400" cy="274320"/>
          </a:xfrm>
        </p:spPr>
        <p:txBody>
          <a:bodyPr anchor="ctr">
            <a:normAutofit/>
          </a:bodyPr>
          <a:lstStyle/>
          <a:p>
            <a:pPr>
              <a:spcAft>
                <a:spcPts val="600"/>
              </a:spcAft>
            </a:pPr>
            <a:fld id="{6B4D52C1-AC35-45F3-96F2-AA0057DDFF5B}" type="datetime3">
              <a:rPr lang="en-US" smtClean="0"/>
              <a:pPr>
                <a:spcAft>
                  <a:spcPts val="600"/>
                </a:spcAft>
              </a:pPr>
              <a:t>4 November 2023</a:t>
            </a:fld>
            <a:endParaRPr lang="en-US"/>
          </a:p>
        </p:txBody>
      </p:sp>
      <p:sp>
        <p:nvSpPr>
          <p:cNvPr id="4" name="Footer Placeholder 3">
            <a:extLst>
              <a:ext uri="{FF2B5EF4-FFF2-40B4-BE49-F238E27FC236}">
                <a16:creationId xmlns:a16="http://schemas.microsoft.com/office/drawing/2014/main" id="{844FB1A4-8DA0-0B2E-E9B4-39EBCBE5814D}"/>
              </a:ext>
            </a:extLst>
          </p:cNvPr>
          <p:cNvSpPr>
            <a:spLocks noGrp="1"/>
          </p:cNvSpPr>
          <p:nvPr>
            <p:ph type="ftr" sz="quarter" idx="11"/>
          </p:nvPr>
        </p:nvSpPr>
        <p:spPr>
          <a:xfrm>
            <a:off x="4288665" y="6562416"/>
            <a:ext cx="3200400" cy="274320"/>
          </a:xfrm>
        </p:spPr>
        <p:txBody>
          <a:bodyPr anchor="ctr">
            <a:normAutofit/>
          </a:bodyPr>
          <a:lstStyle/>
          <a:p>
            <a:pPr>
              <a:spcAft>
                <a:spcPts val="600"/>
              </a:spcAft>
            </a:pPr>
            <a:r>
              <a:rPr lang="en-US"/>
              <a:t>Department of Computer Science Engineering</a:t>
            </a:r>
          </a:p>
        </p:txBody>
      </p:sp>
      <p:sp>
        <p:nvSpPr>
          <p:cNvPr id="5" name="Slide Number Placeholder 4">
            <a:extLst>
              <a:ext uri="{FF2B5EF4-FFF2-40B4-BE49-F238E27FC236}">
                <a16:creationId xmlns:a16="http://schemas.microsoft.com/office/drawing/2014/main" id="{557ABA3F-B5D3-CB48-B60A-619CB520144F}"/>
              </a:ext>
            </a:extLst>
          </p:cNvPr>
          <p:cNvSpPr>
            <a:spLocks noGrp="1"/>
          </p:cNvSpPr>
          <p:nvPr>
            <p:ph type="sldNum" sz="quarter" idx="12"/>
          </p:nvPr>
        </p:nvSpPr>
        <p:spPr>
          <a:xfrm>
            <a:off x="8757642" y="6562416"/>
            <a:ext cx="1371600" cy="274320"/>
          </a:xfrm>
        </p:spPr>
        <p:txBody>
          <a:bodyPr anchor="ctr">
            <a:normAutofit/>
          </a:bodyPr>
          <a:lstStyle/>
          <a:p>
            <a:pPr>
              <a:spcAft>
                <a:spcPts val="600"/>
              </a:spcAft>
            </a:pPr>
            <a:fld id="{9860EDB8-5305-433F-BE41-D7A86D811DB3}" type="slidenum">
              <a:rPr lang="en-US" smtClean="0"/>
              <a:pPr>
                <a:spcAft>
                  <a:spcPts val="600"/>
                </a:spcAft>
              </a:pPr>
              <a:t>17</a:t>
            </a:fld>
            <a:endParaRPr lang="en-US"/>
          </a:p>
        </p:txBody>
      </p:sp>
      <p:sp>
        <p:nvSpPr>
          <p:cNvPr id="2" name="Title 1">
            <a:extLst>
              <a:ext uri="{FF2B5EF4-FFF2-40B4-BE49-F238E27FC236}">
                <a16:creationId xmlns:a16="http://schemas.microsoft.com/office/drawing/2014/main" id="{E3C3A44F-3C15-8BAA-7AF9-48B31FA78E84}"/>
              </a:ext>
            </a:extLst>
          </p:cNvPr>
          <p:cNvSpPr>
            <a:spLocks noGrp="1"/>
          </p:cNvSpPr>
          <p:nvPr>
            <p:ph type="title"/>
          </p:nvPr>
        </p:nvSpPr>
        <p:spPr>
          <a:xfrm>
            <a:off x="154546" y="0"/>
            <a:ext cx="11874322" cy="1300766"/>
          </a:xfrm>
        </p:spPr>
        <p:txBody>
          <a:bodyPr anchor="b">
            <a:normAutofit/>
          </a:bodyPr>
          <a:lstStyle/>
          <a:p>
            <a:r>
              <a:rPr lang="en-US" dirty="0"/>
              <a:t>User Interface</a:t>
            </a:r>
            <a:endParaRPr lang="en-IN" dirty="0"/>
          </a:p>
        </p:txBody>
      </p:sp>
      <p:sp>
        <p:nvSpPr>
          <p:cNvPr id="6" name="Content Placeholder 5">
            <a:extLst>
              <a:ext uri="{FF2B5EF4-FFF2-40B4-BE49-F238E27FC236}">
                <a16:creationId xmlns:a16="http://schemas.microsoft.com/office/drawing/2014/main" id="{71012660-189E-E53A-A4A7-41B410DAC653}"/>
              </a:ext>
            </a:extLst>
          </p:cNvPr>
          <p:cNvSpPr>
            <a:spLocks noGrp="1"/>
          </p:cNvSpPr>
          <p:nvPr>
            <p:ph sz="quarter" idx="13"/>
          </p:nvPr>
        </p:nvSpPr>
        <p:spPr>
          <a:xfrm>
            <a:off x="255307" y="1546225"/>
            <a:ext cx="5675313" cy="4935538"/>
          </a:xfrm>
        </p:spPr>
        <p:txBody>
          <a:bodyPr>
            <a:normAutofit/>
          </a:bodyPr>
          <a:lstStyle/>
          <a:p>
            <a:r>
              <a:rPr lang="en-IN" sz="3000" kern="100" dirty="0">
                <a:effectLst/>
              </a:rPr>
              <a:t>Login page interface will be opened as soon as you access the </a:t>
            </a:r>
            <a:r>
              <a:rPr lang="en-IN" sz="3000" kern="100" dirty="0"/>
              <a:t>URL </a:t>
            </a:r>
            <a:r>
              <a:rPr lang="en-IN" sz="3000" kern="100" dirty="0">
                <a:effectLst/>
              </a:rPr>
              <a:t>of the application.</a:t>
            </a:r>
          </a:p>
          <a:p>
            <a:r>
              <a:rPr lang="en-IN" sz="3000" kern="100" dirty="0"/>
              <a:t>F</a:t>
            </a:r>
            <a:r>
              <a:rPr lang="en-IN" sz="3000" kern="100" dirty="0">
                <a:effectLst/>
              </a:rPr>
              <a:t>or users </a:t>
            </a:r>
            <a:r>
              <a:rPr lang="en-IN" sz="3000" kern="100" dirty="0"/>
              <a:t>who</a:t>
            </a:r>
            <a:r>
              <a:rPr lang="en-IN" sz="3000" kern="100" dirty="0">
                <a:effectLst/>
              </a:rPr>
              <a:t> don’t have the account to, create account.</a:t>
            </a:r>
          </a:p>
          <a:p>
            <a:r>
              <a:rPr lang="en-IN" sz="3000" kern="100" dirty="0">
                <a:effectLst/>
                <a:latin typeface="Calibri" panose="020F0502020204030204" pitchFamily="34" charset="0"/>
                <a:ea typeface="Calibri" panose="020F0502020204030204" pitchFamily="34" charset="0"/>
                <a:cs typeface="Mangal" panose="02040503050203030202" pitchFamily="18" charset="0"/>
              </a:rPr>
              <a:t>As soon as the user sign up upload profile picture option will be shown.</a:t>
            </a:r>
          </a:p>
          <a:p>
            <a:pPr marL="342900" lvl="0" indent="-342900">
              <a:buFont typeface="Symbol" panose="05050102010706020507" pitchFamily="18" charset="2"/>
              <a:buChar char=""/>
            </a:pPr>
            <a:endParaRPr lang="en-IN" sz="3000" kern="100" dirty="0">
              <a:effectLst/>
            </a:endParaRPr>
          </a:p>
          <a:p>
            <a:pPr marL="0" lvl="0" indent="0">
              <a:buNone/>
            </a:pPr>
            <a:endParaRPr lang="en-IN" kern="100" dirty="0">
              <a:effectLst/>
            </a:endParaRPr>
          </a:p>
        </p:txBody>
      </p:sp>
      <p:pic>
        <p:nvPicPr>
          <p:cNvPr id="8" name="Picture 7" descr="A white cellphone with colorful icons&#10;&#10;Description automatically generated">
            <a:extLst>
              <a:ext uri="{FF2B5EF4-FFF2-40B4-BE49-F238E27FC236}">
                <a16:creationId xmlns:a16="http://schemas.microsoft.com/office/drawing/2014/main" id="{EB96BDE6-85F7-1AF3-2DCC-A3807ED9282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33799" y="1355295"/>
            <a:ext cx="3317930" cy="2073705"/>
          </a:xfrm>
          <a:prstGeom prst="rect">
            <a:avLst/>
          </a:prstGeom>
          <a:noFill/>
        </p:spPr>
      </p:pic>
      <p:pic>
        <p:nvPicPr>
          <p:cNvPr id="7" name="Picture 6" descr="A screenshot of a login form&#10;&#10;Description automatically generated">
            <a:extLst>
              <a:ext uri="{FF2B5EF4-FFF2-40B4-BE49-F238E27FC236}">
                <a16:creationId xmlns:a16="http://schemas.microsoft.com/office/drawing/2014/main" id="{6731DD4D-3064-79A8-E240-45499A58560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75600" y="3429000"/>
            <a:ext cx="3276129" cy="2047581"/>
          </a:xfrm>
          <a:prstGeom prst="rect">
            <a:avLst/>
          </a:prstGeom>
        </p:spPr>
      </p:pic>
    </p:spTree>
    <p:extLst>
      <p:ext uri="{BB962C8B-B14F-4D97-AF65-F5344CB8AC3E}">
        <p14:creationId xmlns:p14="http://schemas.microsoft.com/office/powerpoint/2010/main" val="3168553464"/>
      </p:ext>
    </p:extLst>
  </p:cSld>
  <p:clrMapOvr>
    <a:masterClrMapping/>
  </p:clrMapOvr>
  <p:transition advTm="5000">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A760BBA9-C5AD-C094-6867-F192C4A0BEF6}"/>
              </a:ext>
            </a:extLst>
          </p:cNvPr>
          <p:cNvSpPr>
            <a:spLocks noGrp="1"/>
          </p:cNvSpPr>
          <p:nvPr>
            <p:ph type="dt" sz="half" idx="10"/>
          </p:nvPr>
        </p:nvSpPr>
        <p:spPr>
          <a:xfrm>
            <a:off x="838200" y="6562416"/>
            <a:ext cx="3200400" cy="274320"/>
          </a:xfrm>
        </p:spPr>
        <p:txBody>
          <a:bodyPr vert="horz" lIns="91440" tIns="45720" rIns="91440" bIns="45720" rtlCol="0" anchor="ctr">
            <a:normAutofit/>
          </a:bodyPr>
          <a:lstStyle/>
          <a:p>
            <a:pPr>
              <a:spcAft>
                <a:spcPts val="600"/>
              </a:spcAft>
            </a:pPr>
            <a:fld id="{6B4D52C1-AC35-45F3-96F2-AA0057DDFF5B}" type="datetime3">
              <a:rPr lang="en-US" smtClean="0"/>
              <a:pPr>
                <a:spcAft>
                  <a:spcPts val="600"/>
                </a:spcAft>
              </a:pPr>
              <a:t>4 November 2023</a:t>
            </a:fld>
            <a:endParaRPr lang="en-US"/>
          </a:p>
        </p:txBody>
      </p:sp>
      <p:sp>
        <p:nvSpPr>
          <p:cNvPr id="4" name="Footer Placeholder 3">
            <a:extLst>
              <a:ext uri="{FF2B5EF4-FFF2-40B4-BE49-F238E27FC236}">
                <a16:creationId xmlns:a16="http://schemas.microsoft.com/office/drawing/2014/main" id="{844FB1A4-8DA0-0B2E-E9B4-39EBCBE5814D}"/>
              </a:ext>
            </a:extLst>
          </p:cNvPr>
          <p:cNvSpPr>
            <a:spLocks noGrp="1"/>
          </p:cNvSpPr>
          <p:nvPr>
            <p:ph type="ftr" sz="quarter" idx="11"/>
          </p:nvPr>
        </p:nvSpPr>
        <p:spPr>
          <a:xfrm>
            <a:off x="4288665" y="6562416"/>
            <a:ext cx="3200400" cy="274320"/>
          </a:xfrm>
        </p:spPr>
        <p:txBody>
          <a:bodyPr vert="horz" lIns="91440" tIns="45720" rIns="91440" bIns="45720" rtlCol="0" anchor="ctr">
            <a:normAutofit/>
          </a:bodyPr>
          <a:lstStyle/>
          <a:p>
            <a:pPr>
              <a:spcAft>
                <a:spcPts val="600"/>
              </a:spcAft>
            </a:pPr>
            <a:r>
              <a:rPr lang="en-US" i="1" kern="1200">
                <a:latin typeface="+mn-lt"/>
                <a:ea typeface="+mn-ea"/>
                <a:cs typeface="+mn-cs"/>
              </a:rPr>
              <a:t>Department of Computer Science Engineering</a:t>
            </a:r>
          </a:p>
        </p:txBody>
      </p:sp>
      <p:sp>
        <p:nvSpPr>
          <p:cNvPr id="5" name="Slide Number Placeholder 4">
            <a:extLst>
              <a:ext uri="{FF2B5EF4-FFF2-40B4-BE49-F238E27FC236}">
                <a16:creationId xmlns:a16="http://schemas.microsoft.com/office/drawing/2014/main" id="{557ABA3F-B5D3-CB48-B60A-619CB520144F}"/>
              </a:ext>
            </a:extLst>
          </p:cNvPr>
          <p:cNvSpPr>
            <a:spLocks noGrp="1"/>
          </p:cNvSpPr>
          <p:nvPr>
            <p:ph type="sldNum" sz="quarter" idx="12"/>
          </p:nvPr>
        </p:nvSpPr>
        <p:spPr>
          <a:xfrm>
            <a:off x="8757642" y="6562416"/>
            <a:ext cx="1371600" cy="274320"/>
          </a:xfrm>
        </p:spPr>
        <p:txBody>
          <a:bodyPr vert="horz" lIns="91440" tIns="45720" rIns="91440" bIns="45720" rtlCol="0" anchor="ctr">
            <a:normAutofit/>
          </a:bodyPr>
          <a:lstStyle/>
          <a:p>
            <a:pPr>
              <a:spcAft>
                <a:spcPts val="600"/>
              </a:spcAft>
            </a:pPr>
            <a:fld id="{9860EDB8-5305-433F-BE41-D7A86D811DB3}" type="slidenum">
              <a:rPr lang="en-US" smtClean="0"/>
              <a:pPr>
                <a:spcAft>
                  <a:spcPts val="600"/>
                </a:spcAft>
              </a:pPr>
              <a:t>18</a:t>
            </a:fld>
            <a:endParaRPr lang="en-US"/>
          </a:p>
        </p:txBody>
      </p:sp>
      <p:sp>
        <p:nvSpPr>
          <p:cNvPr id="2" name="Title 1">
            <a:extLst>
              <a:ext uri="{FF2B5EF4-FFF2-40B4-BE49-F238E27FC236}">
                <a16:creationId xmlns:a16="http://schemas.microsoft.com/office/drawing/2014/main" id="{E3C3A44F-3C15-8BAA-7AF9-48B31FA78E84}"/>
              </a:ext>
            </a:extLst>
          </p:cNvPr>
          <p:cNvSpPr>
            <a:spLocks noGrp="1"/>
          </p:cNvSpPr>
          <p:nvPr>
            <p:ph type="title"/>
          </p:nvPr>
        </p:nvSpPr>
        <p:spPr>
          <a:xfrm>
            <a:off x="154546" y="0"/>
            <a:ext cx="11874322" cy="1300766"/>
          </a:xfrm>
        </p:spPr>
        <p:txBody>
          <a:bodyPr vert="horz" lIns="91440" tIns="45720" rIns="91440" bIns="45720" rtlCol="0" anchor="b">
            <a:normAutofit/>
          </a:bodyPr>
          <a:lstStyle/>
          <a:p>
            <a:r>
              <a:rPr lang="en-US" b="1" kern="1200">
                <a:latin typeface="Calibri" pitchFamily="34" charset="0"/>
                <a:ea typeface="+mj-ea"/>
                <a:cs typeface="Calibri" pitchFamily="34" charset="0"/>
              </a:rPr>
              <a:t>User Interface</a:t>
            </a:r>
          </a:p>
        </p:txBody>
      </p:sp>
      <p:sp>
        <p:nvSpPr>
          <p:cNvPr id="7" name="TextBox 6">
            <a:extLst>
              <a:ext uri="{FF2B5EF4-FFF2-40B4-BE49-F238E27FC236}">
                <a16:creationId xmlns:a16="http://schemas.microsoft.com/office/drawing/2014/main" id="{009BC24C-7AFE-3FCA-62DD-D2B56A4BFDED}"/>
              </a:ext>
            </a:extLst>
          </p:cNvPr>
          <p:cNvSpPr txBox="1"/>
          <p:nvPr/>
        </p:nvSpPr>
        <p:spPr>
          <a:xfrm>
            <a:off x="255307" y="1546225"/>
            <a:ext cx="5675313" cy="4935538"/>
          </a:xfrm>
          <a:prstGeom prst="rect">
            <a:avLst/>
          </a:prstGeom>
        </p:spPr>
        <p:txBody>
          <a:bodyPr vert="horz" lIns="91440" tIns="45720" rIns="91440" bIns="45720" rtlCol="0">
            <a:normAutofit/>
          </a:bodyPr>
          <a:lstStyle/>
          <a:p>
            <a:pPr marL="457200" indent="-228600">
              <a:lnSpc>
                <a:spcPct val="90000"/>
              </a:lnSpc>
              <a:spcBef>
                <a:spcPct val="30000"/>
              </a:spcBef>
              <a:buClr>
                <a:srgbClr val="0070C0"/>
              </a:buClr>
              <a:buFont typeface="Arial" panose="020B0604020202020204" pitchFamily="34" charset="0"/>
              <a:buChar char="•"/>
            </a:pPr>
            <a:r>
              <a:rPr lang="en-US" sz="2800" dirty="0">
                <a:effectLst/>
                <a:latin typeface="Calibri" pitchFamily="34" charset="0"/>
                <a:cs typeface="Calibri" pitchFamily="34" charset="0"/>
              </a:rPr>
              <a:t>For chatting interface user will have the option to search the other user by their usernames. Also user will have options like my chats , new group and view profile.</a:t>
            </a:r>
          </a:p>
          <a:p>
            <a:pPr marL="457200" indent="-228600">
              <a:lnSpc>
                <a:spcPct val="90000"/>
              </a:lnSpc>
              <a:spcBef>
                <a:spcPct val="30000"/>
              </a:spcBef>
              <a:buClr>
                <a:srgbClr val="0070C0"/>
              </a:buClr>
              <a:buFont typeface="Arial" panose="020B0604020202020204" pitchFamily="34" charset="0"/>
              <a:buChar char="•"/>
            </a:pPr>
            <a:r>
              <a:rPr lang="en-US" sz="2800" dirty="0">
                <a:effectLst/>
                <a:latin typeface="Calibri" pitchFamily="34" charset="0"/>
                <a:cs typeface="Calibri" pitchFamily="34" charset="0"/>
              </a:rPr>
              <a:t>Profile will show your username, email and profile photo and also will enable you the </a:t>
            </a:r>
            <a:r>
              <a:rPr lang="en-US" sz="2800" dirty="0" err="1">
                <a:effectLst/>
                <a:latin typeface="Calibri" pitchFamily="34" charset="0"/>
                <a:cs typeface="Calibri" pitchFamily="34" charset="0"/>
              </a:rPr>
              <a:t>funcationalities</a:t>
            </a:r>
            <a:r>
              <a:rPr lang="en-US" sz="2800" dirty="0">
                <a:effectLst/>
                <a:latin typeface="Calibri" pitchFamily="34" charset="0"/>
                <a:cs typeface="Calibri" pitchFamily="34" charset="0"/>
              </a:rPr>
              <a:t> like editing your profile and changing you profile picture.</a:t>
            </a:r>
          </a:p>
          <a:p>
            <a:pPr marL="457200" indent="-228600">
              <a:lnSpc>
                <a:spcPct val="90000"/>
              </a:lnSpc>
              <a:spcBef>
                <a:spcPct val="30000"/>
              </a:spcBef>
              <a:buClr>
                <a:srgbClr val="0070C0"/>
              </a:buClr>
              <a:buFont typeface="Arial" panose="020B0604020202020204" pitchFamily="34" charset="0"/>
              <a:buChar char="•"/>
            </a:pPr>
            <a:endParaRPr lang="en-US" sz="2800" dirty="0">
              <a:effectLst/>
              <a:latin typeface="Calibri" pitchFamily="34" charset="0"/>
              <a:cs typeface="Calibri" pitchFamily="34" charset="0"/>
            </a:endParaRPr>
          </a:p>
          <a:p>
            <a:pPr indent="-228600">
              <a:lnSpc>
                <a:spcPct val="90000"/>
              </a:lnSpc>
              <a:spcBef>
                <a:spcPct val="30000"/>
              </a:spcBef>
              <a:buClr>
                <a:srgbClr val="0070C0"/>
              </a:buClr>
            </a:pPr>
            <a:endParaRPr lang="en-US" sz="3200" dirty="0">
              <a:latin typeface="Calibri" pitchFamily="34" charset="0"/>
              <a:cs typeface="Calibri" pitchFamily="34" charset="0"/>
            </a:endParaRPr>
          </a:p>
        </p:txBody>
      </p:sp>
      <p:pic>
        <p:nvPicPr>
          <p:cNvPr id="9" name="Picture 8" descr="A screenshot of a chat&#10;&#10;Description automatically generated">
            <a:extLst>
              <a:ext uri="{FF2B5EF4-FFF2-40B4-BE49-F238E27FC236}">
                <a16:creationId xmlns:a16="http://schemas.microsoft.com/office/drawing/2014/main" id="{5BC93B5D-7E04-1BAE-BCA4-3C6C5E5EA17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89065" y="1640635"/>
            <a:ext cx="3967025" cy="2290955"/>
          </a:xfrm>
          <a:prstGeom prst="rect">
            <a:avLst/>
          </a:prstGeom>
          <a:noFill/>
        </p:spPr>
      </p:pic>
      <p:pic>
        <p:nvPicPr>
          <p:cNvPr id="6" name="Picture 5" descr="A screenshot of a chat box&#10;&#10;Description automatically generated">
            <a:extLst>
              <a:ext uri="{FF2B5EF4-FFF2-40B4-BE49-F238E27FC236}">
                <a16:creationId xmlns:a16="http://schemas.microsoft.com/office/drawing/2014/main" id="{3DA8BEC1-A363-AF71-B432-3A57C98E24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89065" y="4012243"/>
            <a:ext cx="3981728" cy="2134557"/>
          </a:xfrm>
          <a:prstGeom prst="rect">
            <a:avLst/>
          </a:prstGeom>
          <a:noFill/>
        </p:spPr>
      </p:pic>
    </p:spTree>
    <p:extLst>
      <p:ext uri="{BB962C8B-B14F-4D97-AF65-F5344CB8AC3E}">
        <p14:creationId xmlns:p14="http://schemas.microsoft.com/office/powerpoint/2010/main" val="280384865"/>
      </p:ext>
    </p:extLst>
  </p:cSld>
  <p:clrMapOvr>
    <a:masterClrMapping/>
  </p:clrMapOvr>
  <p:transition advTm="5000">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C765A-869D-F18F-25E0-A67749F2ACAE}"/>
              </a:ext>
            </a:extLst>
          </p:cNvPr>
          <p:cNvSpPr>
            <a:spLocks noGrp="1"/>
          </p:cNvSpPr>
          <p:nvPr>
            <p:ph type="title"/>
          </p:nvPr>
        </p:nvSpPr>
        <p:spPr/>
        <p:txBody>
          <a:bodyPr/>
          <a:lstStyle/>
          <a:p>
            <a:r>
              <a:rPr lang="en-US" dirty="0"/>
              <a:t>Testing Plans</a:t>
            </a:r>
            <a:endParaRPr lang="en-IN" dirty="0"/>
          </a:p>
        </p:txBody>
      </p:sp>
      <p:sp>
        <p:nvSpPr>
          <p:cNvPr id="3" name="Date Placeholder 2">
            <a:extLst>
              <a:ext uri="{FF2B5EF4-FFF2-40B4-BE49-F238E27FC236}">
                <a16:creationId xmlns:a16="http://schemas.microsoft.com/office/drawing/2014/main" id="{B2C8B0C3-A229-AF35-E36F-CC14461B993B}"/>
              </a:ext>
            </a:extLst>
          </p:cNvPr>
          <p:cNvSpPr>
            <a:spLocks noGrp="1"/>
          </p:cNvSpPr>
          <p:nvPr>
            <p:ph type="dt" sz="half" idx="2"/>
          </p:nvPr>
        </p:nvSpPr>
        <p:spPr/>
        <p:txBody>
          <a:bodyPr/>
          <a:lstStyle/>
          <a:p>
            <a:fld id="{6B4D52C1-AC35-45F3-96F2-AA0057DDFF5B}" type="datetime3">
              <a:rPr lang="en-US" smtClean="0"/>
              <a:pPr/>
              <a:t>4 November 2023</a:t>
            </a:fld>
            <a:endParaRPr lang="en-US" dirty="0"/>
          </a:p>
        </p:txBody>
      </p:sp>
      <p:sp>
        <p:nvSpPr>
          <p:cNvPr id="4" name="Footer Placeholder 3">
            <a:extLst>
              <a:ext uri="{FF2B5EF4-FFF2-40B4-BE49-F238E27FC236}">
                <a16:creationId xmlns:a16="http://schemas.microsoft.com/office/drawing/2014/main" id="{42455F59-C53A-B0A1-32EA-2B8CE3849110}"/>
              </a:ext>
            </a:extLst>
          </p:cNvPr>
          <p:cNvSpPr>
            <a:spLocks noGrp="1"/>
          </p:cNvSpPr>
          <p:nvPr>
            <p:ph type="ftr" sz="quarter" idx="3"/>
          </p:nvPr>
        </p:nvSpPr>
        <p:spPr/>
        <p:txBody>
          <a:bodyPr/>
          <a:lstStyle/>
          <a:p>
            <a:r>
              <a:rPr lang="en-US"/>
              <a:t>Department of Computer Science Engineering</a:t>
            </a:r>
            <a:endParaRPr lang="en-US" dirty="0"/>
          </a:p>
        </p:txBody>
      </p:sp>
      <p:sp>
        <p:nvSpPr>
          <p:cNvPr id="5" name="Slide Number Placeholder 4">
            <a:extLst>
              <a:ext uri="{FF2B5EF4-FFF2-40B4-BE49-F238E27FC236}">
                <a16:creationId xmlns:a16="http://schemas.microsoft.com/office/drawing/2014/main" id="{44676DD7-A36C-EB3A-9465-73BB3B4E9BAA}"/>
              </a:ext>
            </a:extLst>
          </p:cNvPr>
          <p:cNvSpPr>
            <a:spLocks noGrp="1"/>
          </p:cNvSpPr>
          <p:nvPr>
            <p:ph type="sldNum" sz="quarter" idx="4"/>
          </p:nvPr>
        </p:nvSpPr>
        <p:spPr/>
        <p:txBody>
          <a:bodyPr/>
          <a:lstStyle/>
          <a:p>
            <a:fld id="{9860EDB8-5305-433F-BE41-D7A86D811DB3}" type="slidenum">
              <a:rPr lang="en-US" smtClean="0"/>
              <a:pPr/>
              <a:t>19</a:t>
            </a:fld>
            <a:endParaRPr lang="en-US" dirty="0"/>
          </a:p>
        </p:txBody>
      </p:sp>
      <p:sp>
        <p:nvSpPr>
          <p:cNvPr id="6" name="Content Placeholder 5">
            <a:extLst>
              <a:ext uri="{FF2B5EF4-FFF2-40B4-BE49-F238E27FC236}">
                <a16:creationId xmlns:a16="http://schemas.microsoft.com/office/drawing/2014/main" id="{3AB907CE-8FCD-B066-CB56-FB777330A1AE}"/>
              </a:ext>
            </a:extLst>
          </p:cNvPr>
          <p:cNvSpPr>
            <a:spLocks noGrp="1"/>
          </p:cNvSpPr>
          <p:nvPr>
            <p:ph sz="quarter" idx="10"/>
          </p:nvPr>
        </p:nvSpPr>
        <p:spPr/>
        <p:txBody>
          <a:bodyPr/>
          <a:lstStyle/>
          <a:p>
            <a:pPr marL="342900" lvl="0" indent="-342900" algn="l">
              <a:lnSpc>
                <a:spcPct val="115000"/>
              </a:lnSpc>
              <a:buFont typeface="Times New Roman" panose="02020603050405020304" pitchFamily="18" charset="0"/>
              <a:buChar char="•"/>
              <a:tabLst>
                <a:tab pos="457200" algn="l"/>
              </a:tabLst>
            </a:pPr>
            <a:r>
              <a:rPr lang="en-IN" sz="2000" b="1" kern="100" dirty="0">
                <a:effectLst/>
                <a:latin typeface="Calibri" panose="020F0502020204030204" pitchFamily="34" charset="0"/>
                <a:ea typeface="Times New Roman" panose="02020603050405020304" pitchFamily="18" charset="0"/>
                <a:cs typeface="Mangal" panose="02040503050203030202" pitchFamily="18" charset="0"/>
              </a:rPr>
              <a:t>Unit Testing:</a:t>
            </a:r>
            <a:r>
              <a:rPr lang="en-IN" sz="2000" kern="100" dirty="0">
                <a:effectLst/>
                <a:latin typeface="Calibri" panose="020F0502020204030204" pitchFamily="34" charset="0"/>
                <a:ea typeface="Times New Roman" panose="02020603050405020304" pitchFamily="18" charset="0"/>
                <a:cs typeface="Mangal" panose="02040503050203030202" pitchFamily="18" charset="0"/>
              </a:rPr>
              <a:t> Imagine inspecting each brick of a building. We'll examine every piece of </a:t>
            </a:r>
            <a:r>
              <a:rPr lang="en-IN" sz="2000" kern="100" dirty="0">
                <a:ea typeface="Times New Roman" panose="02020603050405020304" pitchFamily="18" charset="0"/>
                <a:cs typeface="Mangal" panose="02040503050203030202" pitchFamily="18" charset="0"/>
              </a:rPr>
              <a:t>our chat </a:t>
            </a:r>
            <a:r>
              <a:rPr lang="en-IN" sz="2000" kern="100" dirty="0">
                <a:effectLst/>
                <a:latin typeface="Calibri" panose="020F0502020204030204" pitchFamily="34" charset="0"/>
                <a:ea typeface="Times New Roman" panose="02020603050405020304" pitchFamily="18" charset="0"/>
                <a:cs typeface="Mangal" panose="02040503050203030202" pitchFamily="18" charset="0"/>
              </a:rPr>
              <a:t>application individually to make sure they're working correctly, just like ensuring each brick fits perfectly.</a:t>
            </a:r>
          </a:p>
          <a:p>
            <a:pPr marL="342900" lvl="0" indent="-342900" algn="l">
              <a:lnSpc>
                <a:spcPct val="115000"/>
              </a:lnSpc>
              <a:buFont typeface="Times New Roman" panose="02020603050405020304" pitchFamily="18" charset="0"/>
              <a:buChar char="•"/>
              <a:tabLst>
                <a:tab pos="457200" algn="l"/>
              </a:tabLst>
            </a:pPr>
            <a:r>
              <a:rPr lang="en-IN" sz="2000" b="1" kern="100" dirty="0">
                <a:effectLst/>
                <a:latin typeface="Calibri" panose="020F0502020204030204" pitchFamily="34" charset="0"/>
                <a:ea typeface="Times New Roman" panose="02020603050405020304" pitchFamily="18" charset="0"/>
                <a:cs typeface="Mangal" panose="02040503050203030202" pitchFamily="18" charset="0"/>
              </a:rPr>
              <a:t>Integration Testing</a:t>
            </a:r>
            <a:r>
              <a:rPr lang="en-IN" sz="2000" kern="100" dirty="0">
                <a:effectLst/>
                <a:latin typeface="Calibri" panose="020F0502020204030204" pitchFamily="34" charset="0"/>
                <a:ea typeface="Times New Roman" panose="02020603050405020304" pitchFamily="18" charset="0"/>
                <a:cs typeface="Mangal" panose="02040503050203030202" pitchFamily="18" charset="0"/>
              </a:rPr>
              <a:t>: This is like checking if the different parts of your chat application collaborate well. It's similar to ensuring all the rooms in a house are connected seamlessly.</a:t>
            </a:r>
          </a:p>
          <a:p>
            <a:pPr marL="342900" lvl="0" indent="-342900" algn="l">
              <a:lnSpc>
                <a:spcPct val="115000"/>
              </a:lnSpc>
              <a:buFont typeface="Times New Roman" panose="02020603050405020304" pitchFamily="18" charset="0"/>
              <a:buChar char="•"/>
              <a:tabLst>
                <a:tab pos="457200" algn="l"/>
              </a:tabLst>
            </a:pPr>
            <a:r>
              <a:rPr lang="en-IN" sz="2000" b="1" kern="100" dirty="0">
                <a:effectLst/>
                <a:latin typeface="Calibri" panose="020F0502020204030204" pitchFamily="34" charset="0"/>
                <a:ea typeface="Times New Roman" panose="02020603050405020304" pitchFamily="18" charset="0"/>
                <a:cs typeface="Mangal" panose="02040503050203030202" pitchFamily="18" charset="0"/>
              </a:rPr>
              <a:t>User Interface Testing:</a:t>
            </a:r>
            <a:r>
              <a:rPr lang="en-IN" sz="2000" kern="100" dirty="0">
                <a:effectLst/>
                <a:latin typeface="Calibri" panose="020F0502020204030204" pitchFamily="34" charset="0"/>
                <a:ea typeface="Times New Roman" panose="02020603050405020304" pitchFamily="18" charset="0"/>
                <a:cs typeface="Mangal" panose="02040503050203030202" pitchFamily="18" charset="0"/>
              </a:rPr>
              <a:t> We'll confirm that </a:t>
            </a:r>
            <a:r>
              <a:rPr lang="en-IN" sz="2000" kern="100" dirty="0">
                <a:ea typeface="Times New Roman" panose="02020603050405020304" pitchFamily="18" charset="0"/>
                <a:cs typeface="Mangal" panose="02040503050203030202" pitchFamily="18" charset="0"/>
              </a:rPr>
              <a:t>our chat</a:t>
            </a:r>
            <a:r>
              <a:rPr lang="en-IN" sz="2000" kern="100" dirty="0">
                <a:effectLst/>
                <a:latin typeface="Calibri" panose="020F0502020204030204" pitchFamily="34" charset="0"/>
                <a:ea typeface="Times New Roman" panose="02020603050405020304" pitchFamily="18" charset="0"/>
                <a:cs typeface="Mangal" panose="02040503050203030202" pitchFamily="18" charset="0"/>
              </a:rPr>
              <a:t> application looks appealing and is user-friendly. It's like making sure our chat application feels as inviting as a beautifully designed room.</a:t>
            </a:r>
          </a:p>
          <a:p>
            <a:pPr marL="342900" lvl="0" indent="-342900" algn="l">
              <a:lnSpc>
                <a:spcPct val="115000"/>
              </a:lnSpc>
              <a:buFont typeface="Times New Roman" panose="02020603050405020304" pitchFamily="18" charset="0"/>
              <a:buChar char="•"/>
              <a:tabLst>
                <a:tab pos="457200" algn="l"/>
              </a:tabLst>
            </a:pPr>
            <a:r>
              <a:rPr lang="en-IN" sz="2000" b="1" kern="100" dirty="0">
                <a:effectLst/>
                <a:latin typeface="Calibri" panose="020F0502020204030204" pitchFamily="34" charset="0"/>
                <a:ea typeface="Times New Roman" panose="02020603050405020304" pitchFamily="18" charset="0"/>
                <a:cs typeface="Mangal" panose="02040503050203030202" pitchFamily="18" charset="0"/>
              </a:rPr>
              <a:t>Performance Testing</a:t>
            </a:r>
            <a:r>
              <a:rPr lang="en-IN" sz="2000" kern="100" dirty="0">
                <a:effectLst/>
                <a:latin typeface="Calibri" panose="020F0502020204030204" pitchFamily="34" charset="0"/>
                <a:ea typeface="Times New Roman" panose="02020603050405020304" pitchFamily="18" charset="0"/>
                <a:cs typeface="Mangal" panose="02040503050203030202" pitchFamily="18" charset="0"/>
              </a:rPr>
              <a:t>: We'll assess how quickly your app loads and responds. It's to checking if the doors of a house open and close effortlessly.</a:t>
            </a:r>
          </a:p>
          <a:p>
            <a:pPr marL="342900" lvl="0" indent="-342900" algn="l">
              <a:lnSpc>
                <a:spcPct val="115000"/>
              </a:lnSpc>
              <a:buFont typeface="Times New Roman" panose="02020603050405020304" pitchFamily="18" charset="0"/>
              <a:buChar char="•"/>
              <a:tabLst>
                <a:tab pos="457200" algn="l"/>
              </a:tabLst>
            </a:pPr>
            <a:r>
              <a:rPr lang="en-IN" sz="2000" b="1" kern="100" dirty="0">
                <a:effectLst/>
                <a:latin typeface="Calibri" panose="020F0502020204030204" pitchFamily="34" charset="0"/>
                <a:ea typeface="Times New Roman" panose="02020603050405020304" pitchFamily="18" charset="0"/>
                <a:cs typeface="Mangal" panose="02040503050203030202" pitchFamily="18" charset="0"/>
              </a:rPr>
              <a:t>Security Testing:</a:t>
            </a:r>
            <a:r>
              <a:rPr lang="en-IN" sz="2000" kern="100" dirty="0">
                <a:effectLst/>
                <a:latin typeface="Calibri" panose="020F0502020204030204" pitchFamily="34" charset="0"/>
                <a:ea typeface="Times New Roman" panose="02020603050405020304" pitchFamily="18" charset="0"/>
                <a:cs typeface="Mangal" panose="02040503050203030202" pitchFamily="18" charset="0"/>
              </a:rPr>
              <a:t> This focuses on safeguarding our chat application from any potential harm. It's like adding locks to your house to ensure everything inside remains secure.</a:t>
            </a:r>
          </a:p>
          <a:p>
            <a:pPr marL="342900" lvl="0" indent="-342900" algn="l">
              <a:lnSpc>
                <a:spcPct val="115000"/>
              </a:lnSpc>
              <a:spcAft>
                <a:spcPts val="800"/>
              </a:spcAft>
              <a:buFont typeface="Times New Roman" panose="02020603050405020304" pitchFamily="18" charset="0"/>
              <a:buChar char="•"/>
              <a:tabLst>
                <a:tab pos="457200" algn="l"/>
              </a:tabLst>
            </a:pPr>
            <a:r>
              <a:rPr lang="en-IN" sz="2000" b="1" kern="100" dirty="0">
                <a:effectLst/>
                <a:latin typeface="Calibri" panose="020F0502020204030204" pitchFamily="34" charset="0"/>
                <a:ea typeface="Times New Roman" panose="02020603050405020304" pitchFamily="18" charset="0"/>
                <a:cs typeface="Mangal" panose="02040503050203030202" pitchFamily="18" charset="0"/>
              </a:rPr>
              <a:t>User Acceptance Testing</a:t>
            </a:r>
            <a:r>
              <a:rPr lang="en-IN" sz="2000" kern="100" dirty="0">
                <a:effectLst/>
                <a:latin typeface="Calibri" panose="020F0502020204030204" pitchFamily="34" charset="0"/>
                <a:ea typeface="Times New Roman" panose="02020603050405020304" pitchFamily="18" charset="0"/>
                <a:cs typeface="Mangal" panose="02040503050203030202" pitchFamily="18" charset="0"/>
              </a:rPr>
              <a:t>: Before sharing our chat application widely, we'll let a small group of users try it out. Their feedback helps us refine your app to ensure everyone enjoys a top-notch experience.</a:t>
            </a:r>
          </a:p>
          <a:p>
            <a:pPr marL="0" indent="0">
              <a:buNone/>
            </a:pPr>
            <a:endParaRPr lang="en-IN" dirty="0"/>
          </a:p>
        </p:txBody>
      </p:sp>
    </p:spTree>
    <p:extLst>
      <p:ext uri="{BB962C8B-B14F-4D97-AF65-F5344CB8AC3E}">
        <p14:creationId xmlns:p14="http://schemas.microsoft.com/office/powerpoint/2010/main" val="377368041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Outcome</a:t>
            </a:r>
          </a:p>
        </p:txBody>
      </p:sp>
      <p:sp>
        <p:nvSpPr>
          <p:cNvPr id="3" name="Content Placeholder 2"/>
          <p:cNvSpPr>
            <a:spLocks noGrp="1"/>
          </p:cNvSpPr>
          <p:nvPr>
            <p:ph sz="quarter" idx="10"/>
          </p:nvPr>
        </p:nvSpPr>
        <p:spPr>
          <a:prstGeom prst="rect">
            <a:avLst/>
          </a:prstGeom>
        </p:spPr>
        <p:txBody>
          <a:bodyPr>
            <a:normAutofit/>
          </a:bodyPr>
          <a:lstStyle/>
          <a:p>
            <a:pPr marL="15875" marR="287655" indent="-6350" algn="l">
              <a:lnSpc>
                <a:spcPct val="107000"/>
              </a:lnSpc>
              <a:spcAft>
                <a:spcPts val="15"/>
              </a:spcAft>
            </a:pPr>
            <a:r>
              <a:rPr lang="en-IN" sz="2000" b="1" kern="100" dirty="0">
                <a:solidFill>
                  <a:srgbClr val="000000"/>
                </a:solidFill>
                <a:effectLst/>
                <a:ea typeface="Calibri" panose="020F0502020204030204" pitchFamily="34" charset="0"/>
              </a:rPr>
              <a:t>Project outcomes include: </a:t>
            </a:r>
            <a:endParaRPr lang="en-IN" sz="2000" kern="100" dirty="0">
              <a:solidFill>
                <a:srgbClr val="000000"/>
              </a:solidFill>
              <a:effectLst/>
              <a:ea typeface="Calibri" panose="020F0502020204030204" pitchFamily="34" charset="0"/>
            </a:endParaRPr>
          </a:p>
          <a:p>
            <a:pPr marL="342900" marR="287655" lvl="0" indent="-342900" algn="l">
              <a:lnSpc>
                <a:spcPct val="115000"/>
              </a:lnSpc>
              <a:spcAft>
                <a:spcPts val="20"/>
              </a:spcAft>
              <a:buFont typeface="Times New Roman" panose="02020603050405020304" pitchFamily="18" charset="0"/>
              <a:buChar char="•"/>
              <a:tabLst>
                <a:tab pos="457200" algn="l"/>
              </a:tabLst>
            </a:pPr>
            <a:r>
              <a:rPr lang="en-IN" sz="2000" b="1" kern="100" dirty="0">
                <a:solidFill>
                  <a:srgbClr val="000000"/>
                </a:solidFill>
                <a:effectLst/>
                <a:ea typeface="Calibri" panose="020F0502020204030204" pitchFamily="34" charset="0"/>
              </a:rPr>
              <a:t>Staying Connected: </a:t>
            </a:r>
            <a:r>
              <a:rPr lang="en-IN" sz="2000" kern="100" dirty="0">
                <a:solidFill>
                  <a:srgbClr val="000000"/>
                </a:solidFill>
                <a:effectLst/>
                <a:ea typeface="Calibri" panose="020F0502020204030204" pitchFamily="34" charset="0"/>
              </a:rPr>
              <a:t>Our chat application ensures friends and family can connect instantly, breaking the barriers of distance. It's like having a magical bridge that effortlessly brings loved ones closer with just a simple tap.</a:t>
            </a:r>
          </a:p>
          <a:p>
            <a:pPr marL="342900" marR="287655" lvl="0" indent="-342900" algn="l">
              <a:lnSpc>
                <a:spcPct val="115000"/>
              </a:lnSpc>
              <a:spcAft>
                <a:spcPts val="20"/>
              </a:spcAft>
              <a:buFont typeface="Times New Roman" panose="02020603050405020304" pitchFamily="18" charset="0"/>
              <a:buChar char="•"/>
              <a:tabLst>
                <a:tab pos="457200" algn="l"/>
              </a:tabLst>
            </a:pPr>
            <a:r>
              <a:rPr lang="en-IN" sz="2000" b="1" kern="100" dirty="0">
                <a:solidFill>
                  <a:srgbClr val="000000"/>
                </a:solidFill>
                <a:effectLst/>
                <a:ea typeface="Calibri" panose="020F0502020204030204" pitchFamily="34" charset="0"/>
              </a:rPr>
              <a:t>Efficient Planning: </a:t>
            </a:r>
            <a:r>
              <a:rPr lang="en-IN" sz="2000" kern="100" dirty="0">
                <a:solidFill>
                  <a:srgbClr val="000000"/>
                </a:solidFill>
                <a:effectLst/>
                <a:ea typeface="Calibri" panose="020F0502020204030204" pitchFamily="34" charset="0"/>
              </a:rPr>
              <a:t>Group chats streamline event and outing planning. Imagine everyone brainstorming ideas together in one digital space, akin to a virtual meeting room where collaboration is seamless.</a:t>
            </a:r>
          </a:p>
          <a:p>
            <a:pPr marL="342900" marR="287655" lvl="0" indent="-342900" algn="l">
              <a:lnSpc>
                <a:spcPct val="115000"/>
              </a:lnSpc>
              <a:spcAft>
                <a:spcPts val="20"/>
              </a:spcAft>
              <a:buFont typeface="Times New Roman" panose="02020603050405020304" pitchFamily="18" charset="0"/>
              <a:buChar char="•"/>
              <a:tabLst>
                <a:tab pos="457200" algn="l"/>
              </a:tabLst>
            </a:pPr>
            <a:r>
              <a:rPr lang="en-IN" sz="2000" b="1" kern="100" dirty="0">
                <a:solidFill>
                  <a:srgbClr val="000000"/>
                </a:solidFill>
                <a:effectLst/>
                <a:ea typeface="Calibri" panose="020F0502020204030204" pitchFamily="34" charset="0"/>
              </a:rPr>
              <a:t>Personal Privacy: </a:t>
            </a:r>
            <a:r>
              <a:rPr lang="en-IN" sz="2000" kern="100" dirty="0">
                <a:solidFill>
                  <a:srgbClr val="000000"/>
                </a:solidFill>
                <a:effectLst/>
                <a:ea typeface="Calibri" panose="020F0502020204030204" pitchFamily="34" charset="0"/>
              </a:rPr>
              <a:t>With secure sign-ups and usernames, personal information remains completely private. It's like having a unique secret key that unlocks your chat world, ensuring your privacy is preserved.</a:t>
            </a:r>
          </a:p>
          <a:p>
            <a:pPr marL="342900" marR="287655" lvl="0" indent="-342900" algn="l">
              <a:lnSpc>
                <a:spcPct val="115000"/>
              </a:lnSpc>
              <a:spcAft>
                <a:spcPts val="20"/>
              </a:spcAft>
              <a:buFont typeface="Times New Roman" panose="02020603050405020304" pitchFamily="18" charset="0"/>
              <a:buChar char="•"/>
              <a:tabLst>
                <a:tab pos="457200" algn="l"/>
              </a:tabLst>
            </a:pPr>
            <a:r>
              <a:rPr lang="en-IN" sz="2000" b="1" kern="100" dirty="0">
                <a:solidFill>
                  <a:srgbClr val="000000"/>
                </a:solidFill>
                <a:effectLst/>
                <a:ea typeface="Calibri" panose="020F0502020204030204" pitchFamily="34" charset="0"/>
              </a:rPr>
              <a:t>Exciting Real-Time: </a:t>
            </a:r>
            <a:r>
              <a:rPr lang="en-IN" sz="2000" kern="100" dirty="0">
                <a:solidFill>
                  <a:srgbClr val="000000"/>
                </a:solidFill>
                <a:effectLst/>
                <a:ea typeface="Calibri" panose="020F0502020204030204" pitchFamily="34" charset="0"/>
              </a:rPr>
              <a:t>Instant messaging and live updates add an exciting dynamic to conversations. It's like experiencing the energy of a lively in-person chat, even in the virtual world.</a:t>
            </a:r>
          </a:p>
          <a:p>
            <a:pPr marL="0" indent="0">
              <a:buNone/>
            </a:pPr>
            <a:endParaRPr lang="en-US" dirty="0"/>
          </a:p>
        </p:txBody>
      </p:sp>
      <p:sp>
        <p:nvSpPr>
          <p:cNvPr id="4" name="Date Placeholder 3"/>
          <p:cNvSpPr>
            <a:spLocks noGrp="1"/>
          </p:cNvSpPr>
          <p:nvPr>
            <p:ph type="dt" sz="half" idx="2"/>
          </p:nvPr>
        </p:nvSpPr>
        <p:spPr/>
        <p:txBody>
          <a:bodyPr/>
          <a:lstStyle/>
          <a:p>
            <a:fld id="{8ECF1BBB-D5E3-4D7D-93D8-8901AC810A35}" type="datetime3">
              <a:rPr lang="en-US" smtClean="0"/>
              <a:pPr/>
              <a:t>4 November 2023</a:t>
            </a:fld>
            <a:endParaRPr lang="en-US" dirty="0"/>
          </a:p>
        </p:txBody>
      </p:sp>
      <p:sp>
        <p:nvSpPr>
          <p:cNvPr id="5" name="Slide Number Placeholder 4"/>
          <p:cNvSpPr>
            <a:spLocks noGrp="1"/>
          </p:cNvSpPr>
          <p:nvPr>
            <p:ph type="sldNum" sz="quarter" idx="4"/>
          </p:nvPr>
        </p:nvSpPr>
        <p:spPr/>
        <p:txBody>
          <a:bodyPr/>
          <a:lstStyle/>
          <a:p>
            <a:fld id="{9860EDB8-5305-433F-BE41-D7A86D811DB3}" type="slidenum">
              <a:rPr lang="en-US" smtClean="0"/>
              <a:pPr/>
              <a:t>20</a:t>
            </a:fld>
            <a:endParaRPr lang="en-US" dirty="0"/>
          </a:p>
        </p:txBody>
      </p:sp>
      <p:sp>
        <p:nvSpPr>
          <p:cNvPr id="6" name="Footer Placeholder 5"/>
          <p:cNvSpPr>
            <a:spLocks noGrp="1"/>
          </p:cNvSpPr>
          <p:nvPr>
            <p:ph type="ftr" sz="quarter" idx="3"/>
          </p:nvPr>
        </p:nvSpPr>
        <p:spPr/>
        <p:txBody>
          <a:bodyPr/>
          <a:lstStyle/>
          <a:p>
            <a:r>
              <a:rPr lang="en-US"/>
              <a:t>Department of Computer Science Engineering</a:t>
            </a:r>
            <a:endParaRPr lang="en-US"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p:sp>
        <p:nvSpPr>
          <p:cNvPr id="3" name="Content Placeholder 2"/>
          <p:cNvSpPr>
            <a:spLocks noGrp="1"/>
          </p:cNvSpPr>
          <p:nvPr>
            <p:ph sz="quarter" idx="10"/>
          </p:nvPr>
        </p:nvSpPr>
        <p:spPr>
          <a:prstGeom prst="rect">
            <a:avLst/>
          </a:prstGeom>
        </p:spPr>
        <p:txBody>
          <a:bodyPr>
            <a:normAutofit lnSpcReduction="10000"/>
          </a:bodyPr>
          <a:lstStyle/>
          <a:p>
            <a:pPr marL="9525" marR="287655" indent="-234950" algn="l">
              <a:spcAft>
                <a:spcPts val="20"/>
              </a:spcAft>
            </a:pPr>
            <a:r>
              <a:rPr lang="en-IN" sz="2400" kern="100" dirty="0">
                <a:solidFill>
                  <a:srgbClr val="000000"/>
                </a:solidFill>
                <a:effectLst/>
                <a:ea typeface="Calibri" panose="020F0502020204030204" pitchFamily="34" charset="0"/>
              </a:rPr>
              <a:t>As we come to the end of our chat application project journey, let's look back at how far we've come. From the initial idea of a seamless communication tool to the present reality of a thriving chat app, the road has been transformative.</a:t>
            </a:r>
          </a:p>
          <a:p>
            <a:pPr marL="0" marR="287655" indent="0" algn="l">
              <a:spcAft>
                <a:spcPts val="20"/>
              </a:spcAft>
              <a:buNone/>
            </a:pPr>
            <a:endParaRPr lang="en-IN" sz="2400" kern="100" dirty="0">
              <a:solidFill>
                <a:srgbClr val="000000"/>
              </a:solidFill>
              <a:effectLst/>
              <a:ea typeface="Calibri" panose="020F0502020204030204" pitchFamily="34" charset="0"/>
            </a:endParaRPr>
          </a:p>
          <a:p>
            <a:pPr marL="9525" marR="287655" indent="-234950" algn="l">
              <a:spcAft>
                <a:spcPts val="20"/>
              </a:spcAft>
            </a:pPr>
            <a:r>
              <a:rPr lang="en-IN" sz="2400" kern="100" dirty="0">
                <a:solidFill>
                  <a:srgbClr val="000000"/>
                </a:solidFill>
                <a:effectLst/>
                <a:ea typeface="Calibri" panose="020F0502020204030204" pitchFamily="34" charset="0"/>
              </a:rPr>
              <a:t>Today, our chat app stands as a vibrant hub connecting people across the globe. With its real-time chats, user-friendly design, and strong security, it has become a trusted companion for many. But this is just the beginning. Looking ahead, we're dedicated to continuous improvement. We'll refine the app's features, embrace new technologies, and adapt to the evolving needs of our users.</a:t>
            </a:r>
          </a:p>
          <a:p>
            <a:pPr marL="0" marR="287655" indent="0" algn="l">
              <a:spcAft>
                <a:spcPts val="20"/>
              </a:spcAft>
              <a:buNone/>
            </a:pPr>
            <a:endParaRPr lang="en-IN" sz="2400" kern="100" dirty="0">
              <a:solidFill>
                <a:srgbClr val="000000"/>
              </a:solidFill>
              <a:effectLst/>
              <a:ea typeface="Calibri" panose="020F0502020204030204" pitchFamily="34" charset="0"/>
            </a:endParaRPr>
          </a:p>
          <a:p>
            <a:pPr marL="9525" marR="287655" indent="-234950" algn="l">
              <a:spcAft>
                <a:spcPts val="20"/>
              </a:spcAft>
            </a:pPr>
            <a:r>
              <a:rPr lang="en-IN" sz="2400" kern="100" dirty="0">
                <a:solidFill>
                  <a:srgbClr val="000000"/>
                </a:solidFill>
                <a:effectLst/>
                <a:ea typeface="Calibri" panose="020F0502020204030204" pitchFamily="34" charset="0"/>
              </a:rPr>
              <a:t>The story of our chat app is a blend of past aspirations, current achievements, and future promises. It's about enabling effortless conversations that transcend distances. As we step into the future, we invite you to be part of this journey, where technology and connection intersect to create something truly remarkable</a:t>
            </a:r>
          </a:p>
        </p:txBody>
      </p:sp>
      <p:sp>
        <p:nvSpPr>
          <p:cNvPr id="4" name="Date Placeholder 3"/>
          <p:cNvSpPr>
            <a:spLocks noGrp="1"/>
          </p:cNvSpPr>
          <p:nvPr>
            <p:ph type="dt" sz="half" idx="2"/>
          </p:nvPr>
        </p:nvSpPr>
        <p:spPr/>
        <p:txBody>
          <a:bodyPr/>
          <a:lstStyle/>
          <a:p>
            <a:fld id="{5B7D0773-A0C8-4514-8B6D-7B894C8639B3}" type="datetime3">
              <a:rPr lang="en-US" smtClean="0"/>
              <a:pPr/>
              <a:t>4 November 2023</a:t>
            </a:fld>
            <a:endParaRPr lang="en-US" dirty="0"/>
          </a:p>
        </p:txBody>
      </p:sp>
      <p:sp>
        <p:nvSpPr>
          <p:cNvPr id="5" name="Slide Number Placeholder 4"/>
          <p:cNvSpPr>
            <a:spLocks noGrp="1"/>
          </p:cNvSpPr>
          <p:nvPr>
            <p:ph type="sldNum" sz="quarter" idx="4"/>
          </p:nvPr>
        </p:nvSpPr>
        <p:spPr/>
        <p:txBody>
          <a:bodyPr/>
          <a:lstStyle/>
          <a:p>
            <a:fld id="{9860EDB8-5305-433F-BE41-D7A86D811DB3}" type="slidenum">
              <a:rPr lang="en-US" smtClean="0"/>
              <a:pPr/>
              <a:t>21</a:t>
            </a:fld>
            <a:endParaRPr lang="en-US" dirty="0"/>
          </a:p>
        </p:txBody>
      </p:sp>
      <p:sp>
        <p:nvSpPr>
          <p:cNvPr id="6" name="Footer Placeholder 5"/>
          <p:cNvSpPr>
            <a:spLocks noGrp="1"/>
          </p:cNvSpPr>
          <p:nvPr>
            <p:ph type="ftr" sz="quarter" idx="3"/>
          </p:nvPr>
        </p:nvSpPr>
        <p:spPr/>
        <p:txBody>
          <a:bodyPr/>
          <a:lstStyle/>
          <a:p>
            <a:r>
              <a:rPr lang="en-US"/>
              <a:t>Department of Computer Science Engineering</a:t>
            </a:r>
            <a:endParaRPr lang="en-US" dirty="0"/>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Acknowledgment</a:t>
            </a:r>
          </a:p>
        </p:txBody>
      </p:sp>
      <p:sp>
        <p:nvSpPr>
          <p:cNvPr id="3" name="Content Placeholder 2"/>
          <p:cNvSpPr>
            <a:spLocks noGrp="1"/>
          </p:cNvSpPr>
          <p:nvPr>
            <p:ph sz="quarter" idx="10"/>
          </p:nvPr>
        </p:nvSpPr>
        <p:spPr>
          <a:xfrm>
            <a:off x="172571" y="1418447"/>
            <a:ext cx="11846859" cy="2889393"/>
          </a:xfrm>
        </p:spPr>
        <p:txBody>
          <a:bodyPr>
            <a:normAutofit lnSpcReduction="10000"/>
          </a:bodyPr>
          <a:lstStyle/>
          <a:p>
            <a:pPr marL="0" indent="0" algn="l">
              <a:buNone/>
            </a:pPr>
            <a:r>
              <a:rPr lang="en-US" sz="2800" dirty="0"/>
              <a:t>We express our deep gratitude to:</a:t>
            </a:r>
          </a:p>
          <a:p>
            <a:pPr algn="l"/>
            <a:r>
              <a:rPr lang="en-US" sz="2800" dirty="0"/>
              <a:t>Assistant Professor, Department of Computer Science &amp;     Engineering, for her valuable guidance and suggestions throughout my project work.</a:t>
            </a:r>
          </a:p>
          <a:p>
            <a:pPr algn="l"/>
            <a:r>
              <a:rPr lang="en-US" sz="2800" dirty="0"/>
              <a:t>Project Coordinator, for his valuable guidance.</a:t>
            </a:r>
          </a:p>
          <a:p>
            <a:pPr algn="l"/>
            <a:r>
              <a:rPr lang="en-US" sz="2800" dirty="0"/>
              <a:t>Head of Department, for his timely suggestions to complete our project work.</a:t>
            </a:r>
          </a:p>
          <a:p>
            <a:pPr algn="l"/>
            <a:r>
              <a:rPr lang="en-US" sz="2800" dirty="0"/>
              <a:t>Director, for providing us with the facilities to carry out our project work.</a:t>
            </a:r>
          </a:p>
        </p:txBody>
      </p:sp>
      <p:sp>
        <p:nvSpPr>
          <p:cNvPr id="4" name="Date Placeholder 3"/>
          <p:cNvSpPr>
            <a:spLocks noGrp="1"/>
          </p:cNvSpPr>
          <p:nvPr>
            <p:ph type="dt" sz="half" idx="2"/>
          </p:nvPr>
        </p:nvSpPr>
        <p:spPr/>
        <p:txBody>
          <a:bodyPr/>
          <a:lstStyle/>
          <a:p>
            <a:fld id="{5C246108-0130-4F52-87A2-01F2FA59185B}" type="datetime3">
              <a:rPr lang="en-US" smtClean="0"/>
              <a:pPr/>
              <a:t>4 November 2023</a:t>
            </a:fld>
            <a:endParaRPr lang="en-US" dirty="0"/>
          </a:p>
        </p:txBody>
      </p:sp>
      <p:sp>
        <p:nvSpPr>
          <p:cNvPr id="5" name="Slide Number Placeholder 4"/>
          <p:cNvSpPr>
            <a:spLocks noGrp="1"/>
          </p:cNvSpPr>
          <p:nvPr>
            <p:ph type="sldNum" sz="quarter" idx="4"/>
          </p:nvPr>
        </p:nvSpPr>
        <p:spPr/>
        <p:txBody>
          <a:bodyPr/>
          <a:lstStyle/>
          <a:p>
            <a:fld id="{9860EDB8-5305-433F-BE41-D7A86D811DB3}" type="slidenum">
              <a:rPr lang="en-US" smtClean="0"/>
              <a:pPr/>
              <a:t>22</a:t>
            </a:fld>
            <a:endParaRPr lang="en-US" dirty="0"/>
          </a:p>
        </p:txBody>
      </p:sp>
      <p:sp>
        <p:nvSpPr>
          <p:cNvPr id="6" name="Footer Placeholder 5"/>
          <p:cNvSpPr>
            <a:spLocks noGrp="1"/>
          </p:cNvSpPr>
          <p:nvPr>
            <p:ph type="ftr" sz="quarter" idx="3"/>
          </p:nvPr>
        </p:nvSpPr>
        <p:spPr/>
        <p:txBody>
          <a:bodyPr/>
          <a:lstStyle/>
          <a:p>
            <a:r>
              <a:rPr lang="en-US"/>
              <a:t>Department of Computer Science Engineering</a:t>
            </a:r>
            <a:endParaRPr lang="en-US" dirty="0"/>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888" y="1843951"/>
            <a:ext cx="12008224" cy="3170099"/>
          </a:xfrm>
          <a:prstGeom prst="rect">
            <a:avLst/>
          </a:prstGeom>
          <a:noFill/>
        </p:spPr>
        <p:txBody>
          <a:bodyPr wrap="square" lIns="91440" tIns="45720" rIns="91440" bIns="4572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en-US" sz="200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Q&amp;A</a:t>
            </a:r>
            <a:endParaRPr lang="en-US" sz="20000" b="1" cap="all" spc="0"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endParaRPr>
          </a:p>
        </p:txBody>
      </p:sp>
      <p:sp>
        <p:nvSpPr>
          <p:cNvPr id="3" name="Date Placeholder 2"/>
          <p:cNvSpPr>
            <a:spLocks noGrp="1"/>
          </p:cNvSpPr>
          <p:nvPr>
            <p:ph type="dt" sz="half" idx="10"/>
          </p:nvPr>
        </p:nvSpPr>
        <p:spPr/>
        <p:txBody>
          <a:bodyPr/>
          <a:lstStyle/>
          <a:p>
            <a:fld id="{9A3DF91B-BC67-4BC7-96C7-F91DC61F0E32}" type="datetime3">
              <a:rPr lang="en-US" smtClean="0"/>
              <a:pPr/>
              <a:t>4 November 2023</a:t>
            </a:fld>
            <a:endParaRPr lang="en-US"/>
          </a:p>
        </p:txBody>
      </p:sp>
      <p:sp>
        <p:nvSpPr>
          <p:cNvPr id="4" name="Slide Number Placeholder 3"/>
          <p:cNvSpPr>
            <a:spLocks noGrp="1"/>
          </p:cNvSpPr>
          <p:nvPr>
            <p:ph type="sldNum" sz="quarter" idx="12"/>
          </p:nvPr>
        </p:nvSpPr>
        <p:spPr/>
        <p:txBody>
          <a:bodyPr/>
          <a:lstStyle/>
          <a:p>
            <a:fld id="{9860EDB8-5305-433F-BE41-D7A86D811DB3}" type="slidenum">
              <a:rPr lang="en-US" smtClean="0"/>
              <a:pPr/>
              <a:t>23</a:t>
            </a:fld>
            <a:endParaRPr lang="en-US"/>
          </a:p>
        </p:txBody>
      </p:sp>
      <p:sp>
        <p:nvSpPr>
          <p:cNvPr id="5" name="Footer Placeholder 4"/>
          <p:cNvSpPr>
            <a:spLocks noGrp="1"/>
          </p:cNvSpPr>
          <p:nvPr>
            <p:ph type="ftr" sz="quarter" idx="11"/>
          </p:nvPr>
        </p:nvSpPr>
        <p:spPr/>
        <p:txBody>
          <a:bodyPr/>
          <a:lstStyle/>
          <a:p>
            <a:r>
              <a:rPr lang="en-US"/>
              <a:t>Department of Computer Science Engineering</a:t>
            </a:r>
          </a:p>
        </p:txBody>
      </p:sp>
    </p:spTree>
  </p:cSld>
  <p:clrMapOvr>
    <a:masterClrMapping/>
  </p:clrMapOvr>
  <p:transition advTm="5000">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888" y="1843951"/>
            <a:ext cx="12008224" cy="3170099"/>
          </a:xfrm>
          <a:prstGeom prst="rect">
            <a:avLst/>
          </a:prstGeom>
          <a:noFill/>
        </p:spPr>
        <p:txBody>
          <a:bodyPr wrap="square" lIns="91440" tIns="45720" rIns="91440" bIns="4572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en-US" sz="200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THANKS</a:t>
            </a:r>
            <a:endParaRPr lang="en-US" sz="20000" b="1" cap="all" spc="0"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endParaRPr>
          </a:p>
        </p:txBody>
      </p:sp>
      <p:sp>
        <p:nvSpPr>
          <p:cNvPr id="3" name="Date Placeholder 2"/>
          <p:cNvSpPr>
            <a:spLocks noGrp="1"/>
          </p:cNvSpPr>
          <p:nvPr>
            <p:ph type="dt" sz="half" idx="10"/>
          </p:nvPr>
        </p:nvSpPr>
        <p:spPr/>
        <p:txBody>
          <a:bodyPr/>
          <a:lstStyle/>
          <a:p>
            <a:fld id="{FD60E237-D865-4FE0-814F-8F3601FC4C31}" type="datetime3">
              <a:rPr lang="en-US" smtClean="0"/>
              <a:pPr/>
              <a:t>4 November 2023</a:t>
            </a:fld>
            <a:endParaRPr lang="en-US"/>
          </a:p>
        </p:txBody>
      </p:sp>
      <p:sp>
        <p:nvSpPr>
          <p:cNvPr id="4" name="Slide Number Placeholder 3"/>
          <p:cNvSpPr>
            <a:spLocks noGrp="1"/>
          </p:cNvSpPr>
          <p:nvPr>
            <p:ph type="sldNum" sz="quarter" idx="12"/>
          </p:nvPr>
        </p:nvSpPr>
        <p:spPr/>
        <p:txBody>
          <a:bodyPr/>
          <a:lstStyle/>
          <a:p>
            <a:fld id="{9860EDB8-5305-433F-BE41-D7A86D811DB3}" type="slidenum">
              <a:rPr lang="en-US" smtClean="0"/>
              <a:pPr/>
              <a:t>24</a:t>
            </a:fld>
            <a:endParaRPr lang="en-US"/>
          </a:p>
        </p:txBody>
      </p:sp>
      <p:sp>
        <p:nvSpPr>
          <p:cNvPr id="5" name="Footer Placeholder 4"/>
          <p:cNvSpPr>
            <a:spLocks noGrp="1"/>
          </p:cNvSpPr>
          <p:nvPr>
            <p:ph type="ftr" sz="quarter" idx="11"/>
          </p:nvPr>
        </p:nvSpPr>
        <p:spPr/>
        <p:txBody>
          <a:bodyPr/>
          <a:lstStyle/>
          <a:p>
            <a:r>
              <a:rPr lang="en-US"/>
              <a:t>Department of Computer Science Engineering</a:t>
            </a:r>
          </a:p>
        </p:txBody>
      </p:sp>
    </p:spTree>
  </p:cSld>
  <p:clrMapOvr>
    <a:masterClrMapping/>
  </p:clrMapOvr>
  <p:transition advTm="5000">
    <p:fade/>
  </p:transition>
</p:sld>
</file>

<file path=ppt/theme/theme1.xml><?xml version="1.0" encoding="utf-8"?>
<a:theme xmlns:a="http://schemas.openxmlformats.org/drawingml/2006/main" name="WelcomeDoc">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elcome to PowerPoint.potx" id="{43699C43-EC89-4A55-9A99-3FD944590577}" vid="{3C36ED3A-1C33-4ECB-8650-37D568EF454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C3DEC53A-9DF1-4780-BE92-17E971B7A9E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12373</TotalTime>
  <Words>1949</Words>
  <Application>Microsoft Office PowerPoint</Application>
  <PresentationFormat>Widescreen</PresentationFormat>
  <Paragraphs>261</Paragraphs>
  <Slides>24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Arial</vt:lpstr>
      <vt:lpstr>Arial Black</vt:lpstr>
      <vt:lpstr>Calibri</vt:lpstr>
      <vt:lpstr>Courier New</vt:lpstr>
      <vt:lpstr>Lucida Console</vt:lpstr>
      <vt:lpstr>Segoe UI</vt:lpstr>
      <vt:lpstr>Symbol</vt:lpstr>
      <vt:lpstr>Times New Roman</vt:lpstr>
      <vt:lpstr>Wingdings</vt:lpstr>
      <vt:lpstr>WelcomeDoc</vt:lpstr>
      <vt:lpstr>PowerPoint Presentation</vt:lpstr>
      <vt:lpstr>Real-Time Chat Application</vt:lpstr>
      <vt:lpstr>Supervised by: Dr.Praveen Bhanodia</vt:lpstr>
      <vt:lpstr>Project Presentation Outline</vt:lpstr>
      <vt:lpstr>Introduction </vt:lpstr>
      <vt:lpstr>Introduction </vt:lpstr>
      <vt:lpstr>The Problem Statement</vt:lpstr>
      <vt:lpstr>Survey of Existing Systems</vt:lpstr>
      <vt:lpstr>Survey of Existing Systems</vt:lpstr>
      <vt:lpstr>Survey of Existing Systems</vt:lpstr>
      <vt:lpstr>Objectives</vt:lpstr>
      <vt:lpstr>Requirement Analysis</vt:lpstr>
      <vt:lpstr>Solution Proposed</vt:lpstr>
      <vt:lpstr>Features</vt:lpstr>
      <vt:lpstr>System Architecture</vt:lpstr>
      <vt:lpstr>Flow Diagram of Real-Time Chat Application </vt:lpstr>
      <vt:lpstr>User Interface</vt:lpstr>
      <vt:lpstr>User Interface</vt:lpstr>
      <vt:lpstr>Testing Plans</vt:lpstr>
      <vt:lpstr>The Outcome</vt:lpstr>
      <vt:lpstr>Conclusion</vt:lpstr>
      <vt:lpstr>Acknowledgment</vt:lpstr>
      <vt:lpstr>PowerPoint Presentation</vt:lpstr>
      <vt:lpstr>PowerPoint Presentation</vt:lpstr>
    </vt:vector>
  </TitlesOfParts>
  <Manager>Dr Kamal Kumar Sethi</Manager>
  <Company>Acropolis Institute, Indore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PPT Format</dc:title>
  <dc:subject>PPT Presentation</dc:subject>
  <dc:creator>Dr Kamal Kumar Sethi</dc:creator>
  <cp:keywords/>
  <cp:lastModifiedBy>MILENDRA GUPTA</cp:lastModifiedBy>
  <cp:revision>64</cp:revision>
  <dcterms:created xsi:type="dcterms:W3CDTF">2014-03-28T16:17:36Z</dcterms:created>
  <dcterms:modified xsi:type="dcterms:W3CDTF">2023-11-04T05:43:07Z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TC029239449991</vt:lpwstr>
  </property>
</Properties>
</file>